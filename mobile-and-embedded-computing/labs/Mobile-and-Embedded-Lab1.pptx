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already has Flutter installed before starting. Students who finish early should help their neighbors; say so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lab that states the grading; repeat it in Lab 2 for anyone who missed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the labs cover setup, Dart, widgets, DevTools and networking. BLoC, auth, persistence and WebSockets come from the lectures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handout had the Flutter URL broken across two lines, which made it unusable from the PDF. Read it out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every set-up failure in this session is one of these three. Walk the room and read the doctor output rather than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Orientation, Set-up &amp; Project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environment, tooling and the semester project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and Embedded Computing  ·  Dinu-Ștefan Rusu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teaching this course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Dinu-Ștefan Rusu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dinu_stefan.rusu@upb.ro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Teams course channel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rusudinu.com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67512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apps shipped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3268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 across them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Appeared in, spoken at &amp; partnered with</a:t>
            </a:r>
            <a:endParaRPr lang="en-US" sz="1100" dirty="0"/>
          </a:p>
        </p:txBody>
      </p:sp>
      <p:pic>
        <p:nvPicPr>
          <p:cNvPr id="13" name="Image 0" descr="/Users/dinu/dev/upb/mobile-and-embedded-computing/slides/assets/logo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32477"/>
            <a:ext cx="1047902" cy="319126"/>
          </a:xfrm>
          <a:prstGeom prst="rect">
            <a:avLst/>
          </a:prstGeom>
        </p:spPr>
      </p:pic>
      <p:pic>
        <p:nvPicPr>
          <p:cNvPr id="14" name="Image 1" descr="/Users/dinu/dev/upb/mobile-and-embedded-computing/slides/assets/logo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63" y="4675327"/>
            <a:ext cx="770839" cy="433426"/>
          </a:xfrm>
          <a:prstGeom prst="rect">
            <a:avLst/>
          </a:prstGeom>
        </p:spPr>
      </p:pic>
      <p:pic>
        <p:nvPicPr>
          <p:cNvPr id="15" name="Image 2" descr="/Users/dinu/dev/upb/mobile-and-embedded-computing/slides/assets/logos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503" y="4715104"/>
            <a:ext cx="945490" cy="353873"/>
          </a:xfrm>
          <a:prstGeom prst="rect">
            <a:avLst/>
          </a:prstGeom>
        </p:spPr>
      </p:pic>
      <p:pic>
        <p:nvPicPr>
          <p:cNvPr id="16" name="Image 3" descr="/Users/dinu/dev/upb/mobile-and-embedded-computing/slides/assets/logos/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894" y="4716932"/>
            <a:ext cx="1313078" cy="350215"/>
          </a:xfrm>
          <a:prstGeom prst="rect">
            <a:avLst/>
          </a:prstGeom>
        </p:spPr>
      </p:pic>
      <p:pic>
        <p:nvPicPr>
          <p:cNvPr id="17" name="Image 4" descr="/Users/dinu/dev/upb/mobile-and-embedded-computing/slides/assets/logos/imag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873" y="4626864"/>
            <a:ext cx="611734" cy="530352"/>
          </a:xfrm>
          <a:prstGeom prst="rect">
            <a:avLst/>
          </a:prstGeom>
        </p:spPr>
      </p:pic>
      <p:pic>
        <p:nvPicPr>
          <p:cNvPr id="18" name="Image 5" descr="/Users/dinu/dev/upb/mobile-and-embedded-computing/slides/assets/logos/image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6508" y="4626864"/>
            <a:ext cx="846734" cy="530352"/>
          </a:xfrm>
          <a:prstGeom prst="rect">
            <a:avLst/>
          </a:prstGeom>
        </p:spPr>
      </p:pic>
      <p:pic>
        <p:nvPicPr>
          <p:cNvPr id="19" name="Image 6" descr="/Users/dinu/dev/upb/mobile-and-embedded-computing/slides/assets/logos/image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8143" y="4767682"/>
            <a:ext cx="1691640" cy="248717"/>
          </a:xfrm>
          <a:prstGeom prst="rect">
            <a:avLst/>
          </a:prstGeom>
        </p:spPr>
      </p:pic>
      <p:pic>
        <p:nvPicPr>
          <p:cNvPr id="20" name="Image 7" descr="/Users/dinu/dev/upb/mobile-and-embedded-computing/slides/assets/logos/image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4684" y="4717847"/>
            <a:ext cx="1321308" cy="348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build today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wrench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toolchain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9160" y="18288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and Dart installed, with flutter doctor reporting no blocking issues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432304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9" name="Image 1" descr="/Users/dinu/dev/upb/mobile-and-embedded-computing/slides/assets/icons2/smartphone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877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device to run 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09160" y="254203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emulator or simulator that boots, with the default Flutter app running on it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145536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3" name="Image 2" descr="/Users/dinu/dev/upb/mobile-and-embedded-computing/slides/assets/icons2/us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009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552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and an idea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9160" y="325526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at most three, an idea written down, ready to be approved next lab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858768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7" name="Image 3" descr="/Users/dinu/dev/upb/mobile-and-embedded-computing/slides/assets/icons2/github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142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9684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hand-in workflow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09160" y="396849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Branch, pull request, repository: how every lab is submitted this semester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22960" y="5257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lab puts Lecture 1 to work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machine you will use all semester: the landscape, Git and GitHub.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laboratory is worth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&amp; assignments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individual, every session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37304" y="224028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p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337304" y="329184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test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37304" y="379476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individual, practical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51648" y="224028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p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7851648" y="329184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51648" y="379476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at most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9377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points of laboratory plus 1.5 points of project.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Six of the ten points of this course are earned in this room; the remaining four are the exam and the concept presentation.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SEMESTER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1.5 points, in teams of at most three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repository per team. You propose the idea, and we approve it in Laboratory 2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project runs, and how it is graded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development must be tracked on GitHub: one repository per team, from the first commit to the demo.</a:t>
            </a:r>
            <a:endParaRPr lang="en-US" sz="14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must be written in Flutter.</a:t>
            </a:r>
            <a:endParaRPr lang="en-US" sz="14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participation is measured from your commits and from the quality of the code you wrote.</a:t>
            </a:r>
            <a:endParaRPr lang="en-US" sz="14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member must know their own part in detail, and have at least a brief awareness of the rest.</a:t>
            </a:r>
            <a:endParaRPr lang="en-US" sz="14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at most 3 students. You will present from your own laptop, at the projector.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63840" y="17830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0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 OF WORKING: ALSO GRADED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38160" y="2395728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requests, not pushes to main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branch per feature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before merge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for the work items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257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participation is measured from the commit history,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only from the final state of the code.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project must 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requirements. A project without all five is not approved.</a:t>
            </a:r>
            <a:endParaRPr lang="en-US" sz="1350" dirty="0"/>
          </a:p>
        </p:txBody>
      </p:sp>
      <p:pic>
        <p:nvPicPr>
          <p:cNvPr id="6" name="Image 0" descr="/Users/dinu/dev/upb/mobile-and-embedded-computing/slides/assets/icons2/layers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122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management, BLoC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983480" y="20574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screen's state flows through a BLoC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92640" y="2057400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624328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1" name="Image 1" descr="/Users/dinu/dev/upb/mobile-and-embedded-computing/slides/assets/icons2/key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706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7157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authentication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983480" y="271576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or Keycloak, not a hard-coded login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92640" y="2715768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282696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6" name="Image 2" descr="/Users/dinu/dev/upb/mobile-and-embedded-computing/slides/assets/icons2/database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741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Persistence, offline-first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983480" y="337413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database; usable with no network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92640" y="3374136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10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22960" y="3941064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21" name="Image 3" descr="/Users/dinu/dev/upb/mobile-and-embedded-computing/slides/assets/icons2/foldersync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873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3250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follows the user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4983480" y="403250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on another device and the data is there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692640" y="403250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10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22960" y="4599432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26" name="Image 4" descr="/Users/dinu/dev/upb/mobile-and-embedded-computing/slides/assets/icons2/zap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45736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690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over WebSockets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983480" y="469087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screen that updates live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692640" y="469087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Forming a team and getting the idea approved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at most 3 students. Agree on an idea first, then write the team down.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team-forming sheet is posted in the Microsoft Teams channel of this course.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team: the members, and a short description of what the app will do.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then discuss the idea together and validate its complexity: aim for medium difficulty, with enough surface to carry all five requirements.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happens in Laboratory 2. Do not start building before that conversation.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63840" y="182880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828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a team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most 3, in the sheet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24060" y="260604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63840" y="288036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2880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idea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description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24060" y="365760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63840" y="393192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39319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&amp; validate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complex enough?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24060" y="470916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0" y="498348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49834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in Lab 2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you start building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5074920"/>
            <a:ext cx="66751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035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is assigned a project.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propose it, so propose something you actually want to build.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hand in at the end of the semester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README must contain these sections, in this order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composition: one person per row with name, surname and group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description: what the app does, what screens it has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the GitHub repository: if it is private, invite rusudinu as a collaborator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information: anything else you would like to mention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63840" y="219456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demo with slides, 15 minutes per team at the most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go in the repository, in a folder named presentation, both .pptx and .pdf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present from your own laptop, at the projector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asked about the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492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copy projects, and do not ship code you cannot explain.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member is questioned on their own commits.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install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SDK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874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https://docs.flutter.dev/install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0" y="1874520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OS, then Install manually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295144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04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Studio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4048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https://developer.android.com/studio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0" y="2404872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the Android SDK and the emulator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825496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352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Code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9352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https://code.visualstudio.com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293522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Flutter extension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355848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655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IDEA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4655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https://www.jetbrains.com/idea/download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3465576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Flutter and Dart plugins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88620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95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 (macOS only)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9959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App Store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3995928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for the iOS simulator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416552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262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Teams channel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4526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posted on Microsoft Teams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4526280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team-forming sheet lives here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3492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URLs exactly as printed; they are complete, on one line.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Teams channel carries the sheet, the announcements and every link that cannot be public.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your development environment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your own laptop. This is the machine you will use all semester, including at the demo.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667512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Flutter SDK for your operating system from https://docs.flutter.dev/install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Install Flutter section of that page, follow the Install manually path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flutter/bin folder to your PATH, so flutter --version works in a brand-new terminal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Android Studio from https://developer.android.com/studio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macOS, also install Xcode from the Mac App Store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your editor, VS Code or IntelliJ IDEA, and add the Flutter and Dart plugins to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7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flutter doctor and resolve everything it flags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--version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doctor  ·  flutter doctor -v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lives in ~/.zshrc on macOS, and in Environment Variables on Windows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Flutter 3.44 with Dart 3.12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526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48920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--version prints a version in a fresh terminal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doctor shows no blocking issue for Flutter, the Android toolchain or your editor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default app on a device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after Task I, on the same machine. This is the deliverable for today.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667512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Android Virtual Device in Android Studio (Device Manager), or open the iOS Simulator on macOS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it and wait until it reaches the home screen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flutter devices and confirm your emulator appears in the list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project with flutter create lab1_app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with flutter run from inside that folder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app-bar title in lib/main.dart, then press r to hot-reload and watch it update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7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screenshot of the running app on your emulator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devices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emulators --launch &lt;emulator_id&gt;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create lab1_app  ·  flutter run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hot-reloads, R hot-restarts, q quits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526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48920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counter app runs and the + button increments it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edited title appears after a hot reload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screenshot is committed under /screenshots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flutter doctor reports problems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675120" cy="3931920"/>
          </a:xfrm>
          <a:prstGeom prst="roundRect">
            <a:avLst>
              <a:gd name="adj" fmla="val 2791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5943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1 - find out what is actually missing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doctor -v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2 - accept the Android SDK licenses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doctor --android-licenses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3 - SDK missing? Android Studio &gt;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Settings &gt; SDK Manager &gt; SDK Tools &gt;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Android SDK Command-line Tools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4 - check the fix landed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doctor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20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cmdline-tools component is missing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Android SDK Command-line Tools from the SDK Manager, then run doctor again.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license status unknown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licenses command above and answer y to every prompt.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Unable to locate Android SDK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Android Studio once; the SDK is downloaded on first launch.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devices, emulators that will not boot, macOS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675120" cy="36576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5943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nothing under connected devices?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devices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emulators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emulators --launch &lt;emulator_id&gt;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physical Android phone works too: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Developer options &gt; USB debugging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- toolchain for the simulator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xcode-select --install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gem install cocoapods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20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emulator never boots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acceleration is off. Turn on virtualization (VT-x / AMD-V) in the BIOS; on Windows use a WHPX image.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silicon Mac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arm64 system image in the AVD Manager; x86 images will not run.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 installed, still no simulator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Xcode once, accept the license, then install the command-line tools above.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are stuck for more than fifteen minutes, ask.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hand this 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goes to your GitHub repository. No Word documents, no email, no Teams upload.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your work to a branch named lab1, open a pull request, and merge it once it works.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asked for in a task go in a /screenshots folder in the same repository.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commit history is part of the assessment. Commit as you go, not once at the end.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Laboratory 1 the deliverable is the running default app: commit the project from Task II, with the screenshot in /screenshots.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and project idea go in the team-forming sheet on Teams, not on GitHub.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7830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011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0" y="2377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committed and pushed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where asked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builds and runs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merged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up</a:t>
            </a:r>
            <a:endParaRPr lang="en-US" sz="3000" dirty="0"/>
          </a:p>
        </p:txBody>
      </p:sp>
      <p:pic>
        <p:nvPicPr>
          <p:cNvPr id="3" name="Image 0" descr="/Users/dinu/dev/upb/mobile-and-embedded-computing/slides/assets/icons2/checklis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Flutter, an editor and the Android or iOS tooling installed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emulator that boots, and the default app running on it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of at most three, and a project idea</a:t>
            </a:r>
            <a:endParaRPr lang="en-US" sz="1250" dirty="0"/>
          </a:p>
        </p:txBody>
      </p:sp>
      <p:pic>
        <p:nvPicPr>
          <p:cNvPr id="6" name="Image 1" descr="/Users/dinu/dev/upb/mobile-and-embedded-computing/slides/assets/icons2/calenda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Laboratory 2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38912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team and idea in the sheet on Teams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with a project you can defend for a semester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same laptop, in working order</a:t>
            </a:r>
            <a:endParaRPr lang="en-US" sz="1250" dirty="0"/>
          </a:p>
        </p:txBody>
      </p:sp>
      <p:pic>
        <p:nvPicPr>
          <p:cNvPr id="9" name="Image 2" descr="/Users/dinu/dev/upb/mobile-and-embedded-computing/slides/assets/icons2/bookope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78308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95528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docs.flutter.dev/install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docs.flutter.dev/get-started/test-drive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developer.android.com/studio/run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dart.dev/language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and Embedded Computing, Laboratory 1</dc:title>
  <dc:subject>PptxGenJS Presentation</dc:subject>
  <dc:creator>Dinu-Ștefan Rusu</dc:creator>
  <cp:lastModifiedBy>Dinu-Ștefan Rusu</cp:lastModifiedBy>
  <cp:revision>1</cp:revision>
  <dcterms:created xsi:type="dcterms:W3CDTF">2026-08-08T15:40:14Z</dcterms:created>
  <dcterms:modified xsi:type="dcterms:W3CDTF">2026-08-08T15:40:14Z</dcterms:modified>
</cp:coreProperties>
</file>