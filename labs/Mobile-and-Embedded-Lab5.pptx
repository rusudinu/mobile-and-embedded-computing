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88" r:id="rId3"/>
    <p:sldId id="28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E0816D-9131-0642-AC18-65111AF099E6}" v="339" dt="2025-09-20T16:46:07.6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17"/>
    <p:restoredTop sz="94626"/>
  </p:normalViewPr>
  <p:slideViewPr>
    <p:cSldViewPr snapToGrid="0">
      <p:cViewPr varScale="1">
        <p:scale>
          <a:sx n="121" d="100"/>
          <a:sy n="121" d="100"/>
        </p:scale>
        <p:origin x="88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371807-75D2-4B48-9BC1-C0791C7EACC9}" type="datetimeFigureOut">
              <a:rPr lang="en-US" smtClean="0"/>
              <a:t>4/20/26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B3F86B-2734-BF42-93A6-63E2CE51FA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1001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12589-B083-6788-C188-A7A86614E1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223450-674B-BC5C-6F86-2413C244DF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B0CED9-B1F4-757B-FF1C-CB55CB8E2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551AF-0EE3-DD4B-B4EF-6D8229EA0D86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4BFC94-82B2-21A3-2575-27800619A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3882CC-D653-8816-84BD-1C5983F65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31FBD-AA74-B940-BEBB-75DDFD0DC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2777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4A5D3-4475-D424-AAD2-A53CD1787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33D51B-2CA0-F2BB-7751-C45C80AF41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617ADD-A1A0-2F86-B8EA-0F6E6B904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551AF-0EE3-DD4B-B4EF-6D8229EA0D86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2B4A3-90D9-905A-D219-576A5991B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84D11B-ED22-AA1A-3798-1C316DF34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31FBD-AA74-B940-BEBB-75DDFD0DC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993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40C4F-A8C0-7FBF-7450-2ACA51CF3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A83313-51C9-8FCD-76A0-4E109458A7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3B37CC-018A-DED7-E590-3816B68F0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551AF-0EE3-DD4B-B4EF-6D8229EA0D86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BBE3F1-093B-9CE7-664A-F05829693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85AFF1-6F9B-A45E-650D-3A0836CCC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31FBD-AA74-B940-BEBB-75DDFD0DC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8062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13BE1-F9AE-53CC-959C-34C16430A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9ECB1D-0500-8247-4526-8D2F0B52C0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D692D2-B90F-2BA6-C78A-203F0B917E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1FA438-6142-0B34-F3A6-70B843437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551AF-0EE3-DD4B-B4EF-6D8229EA0D86}" type="datetimeFigureOut">
              <a:rPr lang="en-US" smtClean="0"/>
              <a:t>4/20/26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16006F-557E-7017-240E-8A01385BA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73C9A0-31D6-4A5C-34F9-1C1F03EC1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31FBD-AA74-B940-BEBB-75DDFD0DC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1430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7C02A-7DDC-74DF-0635-2CF18AF0F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B7BEAC-52C7-85A4-F098-7758650FF8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02FA94-6D26-CCB7-4492-E2A8BFFB98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FEB920-7A8D-C959-E966-E8372DF430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CEABDC-105B-643A-405F-6945661612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C3AA5A-00E4-3558-A4AB-13ECBF495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551AF-0EE3-DD4B-B4EF-6D8229EA0D86}" type="datetimeFigureOut">
              <a:rPr lang="en-US" smtClean="0"/>
              <a:t>4/20/26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B8B891-C0DF-5409-0653-32F79254C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02BA0C-E4DD-E986-0553-D20418570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31FBD-AA74-B940-BEBB-75DDFD0DC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2507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678B7-DDD7-A8BF-DD92-0C3EE893E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24A856-01F9-A7D0-F4A3-00A616DE5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551AF-0EE3-DD4B-B4EF-6D8229EA0D86}" type="datetimeFigureOut">
              <a:rPr lang="en-US" smtClean="0"/>
              <a:t>4/20/26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65035C-CE70-5B91-C83D-ECFDADD35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81D28A-A5DE-DE88-344C-F97F443A4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31FBD-AA74-B940-BEBB-75DDFD0DC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8265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A09FA3-9E79-D445-3FEB-E7642CE9E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551AF-0EE3-DD4B-B4EF-6D8229EA0D86}" type="datetimeFigureOut">
              <a:rPr lang="en-US" smtClean="0"/>
              <a:t>4/20/26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05E957-CFC3-430E-1B2C-F6039C01F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0E4514-0A61-DEF6-6A9B-0590AD824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31FBD-AA74-B940-BEBB-75DDFD0DC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4189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27A56-7D2D-3932-43C1-D3468169B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6483E5-0268-4B7A-4645-7558A4A778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2948B4-F672-6FFE-86D1-86286538BD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2801C9-E5D7-9585-2BEE-0D1D1917C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551AF-0EE3-DD4B-B4EF-6D8229EA0D86}" type="datetimeFigureOut">
              <a:rPr lang="en-US" smtClean="0"/>
              <a:t>4/20/26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450128-4786-91A9-3120-12E0BCF18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F3441C-EAF9-703B-E73F-2382E3E7B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31FBD-AA74-B940-BEBB-75DDFD0DC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808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ACEB4-0DC1-DEC8-58E7-87402B3F2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7C8914-103B-0FD6-F20C-87A81DDB1A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6F2DA9-3397-C342-6069-E5C9AC1B0D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AC0B1D-CEA0-7DFD-F38F-9D3290281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551AF-0EE3-DD4B-B4EF-6D8229EA0D86}" type="datetimeFigureOut">
              <a:rPr lang="en-US" smtClean="0"/>
              <a:t>4/20/26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04E28A-6907-1FF5-EC06-429B46721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4AB370-1DBB-AF46-F8DB-7DC5EFFCC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31FBD-AA74-B940-BEBB-75DDFD0DC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849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47CD9-4481-08C2-4E88-1FB52F08C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0CFAC1-4D7F-6198-0D9B-053218EABF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C6FC57-5135-D07A-49D2-963385733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551AF-0EE3-DD4B-B4EF-6D8229EA0D86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54C60C-8258-822E-80A5-2E0D96020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5A1161-1882-2A70-0204-86955786D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31FBD-AA74-B940-BEBB-75DDFD0DC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287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389FA6-EACC-1D0F-2715-C3E6CBDD6B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B28C91-E497-8D50-85CD-2D350890CE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E7D545-E3C6-5F58-11A4-9D653FBB4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551AF-0EE3-DD4B-B4EF-6D8229EA0D86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938AAD-8DB9-B119-33DB-0A54B9369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4BD58E-F881-2DCA-49F9-1D5B3B13E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31FBD-AA74-B940-BEBB-75DDFD0DC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1012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7801D69-C640-402D-B659-678786479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26F774-07B9-DC88-0065-CFA51AA316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C7852D-D2ED-1C67-12EC-67F0CDBB24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9551AF-0EE3-DD4B-B4EF-6D8229EA0D86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E3605C-394F-93D0-F2F5-4E9AA54A0D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7B3A10-224E-8E0B-3F27-9E12375E1A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A31FBD-AA74-B940-BEBB-75DDFD0DC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1351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D6A52-E683-94FB-5FDE-93AF163BA9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84325"/>
            <a:ext cx="9144000" cy="2387600"/>
          </a:xfrm>
        </p:spPr>
        <p:txBody>
          <a:bodyPr/>
          <a:lstStyle/>
          <a:p>
            <a:r>
              <a:rPr lang="en-US" dirty="0"/>
              <a:t>Mobile and Embedded Computing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D421A2-2714-CF24-E8C4-734EB67ECE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79875"/>
            <a:ext cx="9144000" cy="1655762"/>
          </a:xfrm>
        </p:spPr>
        <p:txBody>
          <a:bodyPr/>
          <a:lstStyle/>
          <a:p>
            <a:r>
              <a:rPr lang="en-US" b="1" dirty="0"/>
              <a:t>Laboratory 5.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1044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9E6157-12CF-B9C8-9FB8-5C2657B1F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8B959-FF8A-0546-D976-56D7F21D6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450794" cy="1325563"/>
          </a:xfrm>
        </p:spPr>
        <p:txBody>
          <a:bodyPr/>
          <a:lstStyle/>
          <a:p>
            <a:r>
              <a:rPr lang="en-US" dirty="0"/>
              <a:t>Task 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CEB5A9-E1D1-0544-F875-F20ADD21F2E4}"/>
              </a:ext>
            </a:extLst>
          </p:cNvPr>
          <p:cNvSpPr txBox="1"/>
          <p:nvPr/>
        </p:nvSpPr>
        <p:spPr>
          <a:xfrm>
            <a:off x="838200" y="2529693"/>
            <a:ext cx="10922876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Font typeface="+mj-lt"/>
              <a:buAutoNum type="arabicPeriod"/>
            </a:pPr>
            <a:r>
              <a:rPr lang="en-US" dirty="0"/>
              <a:t>Define a data model class (e.g., `User` or `Post`) using the `</a:t>
            </a:r>
            <a:r>
              <a:rPr lang="en-US" dirty="0" err="1"/>
              <a:t>json_annotation</a:t>
            </a:r>
            <a:r>
              <a:rPr lang="en-US" dirty="0"/>
              <a:t>` package and generate the `</a:t>
            </a:r>
            <a:r>
              <a:rPr lang="en-US" dirty="0" err="1"/>
              <a:t>fromJson</a:t>
            </a:r>
            <a:r>
              <a:rPr lang="en-US" dirty="0"/>
              <a:t>` / `</a:t>
            </a:r>
            <a:r>
              <a:rPr lang="en-US" dirty="0" err="1"/>
              <a:t>toJson</a:t>
            </a:r>
            <a:r>
              <a:rPr lang="en-US" dirty="0"/>
              <a:t>` serialization code using `</a:t>
            </a:r>
            <a:r>
              <a:rPr lang="en-US" dirty="0" err="1"/>
              <a:t>build_runner</a:t>
            </a:r>
            <a:r>
              <a:rPr lang="en-US" dirty="0"/>
              <a:t>` and `</a:t>
            </a:r>
            <a:r>
              <a:rPr lang="en-US" dirty="0" err="1"/>
              <a:t>json_serializable</a:t>
            </a:r>
            <a:r>
              <a:rPr lang="en-US" dirty="0"/>
              <a:t>`.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Integrate the `</a:t>
            </a:r>
            <a:r>
              <a:rPr lang="en-US" dirty="0" err="1"/>
              <a:t>equatable</a:t>
            </a:r>
            <a:r>
              <a:rPr lang="en-US" dirty="0"/>
              <a:t>` package into your model class to enable deep equality comparisons.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Instantiate two separate objects with the exact same data and demonstrate that they are considered equal by printing the result of the `==` comparison. (Make screenshots while doing this, in order to quickly verify the completion of this step).</a:t>
            </a:r>
          </a:p>
          <a:p>
            <a:pPr marL="914400" lvl="1" indent="-457200">
              <a:buFont typeface="+mj-lt"/>
              <a:buAutoNum type="arabicPeriod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8270421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5C857-C7C5-F146-B6B2-B496F280B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21056-440D-B135-CAF2-84CD64067C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450794" cy="1325563"/>
          </a:xfrm>
        </p:spPr>
        <p:txBody>
          <a:bodyPr/>
          <a:lstStyle/>
          <a:p>
            <a:r>
              <a:rPr lang="en-US" dirty="0"/>
              <a:t>Task II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3309FD-AB54-DCEC-6007-066471EE6B90}"/>
              </a:ext>
            </a:extLst>
          </p:cNvPr>
          <p:cNvSpPr txBox="1"/>
          <p:nvPr/>
        </p:nvSpPr>
        <p:spPr>
          <a:xfrm>
            <a:off x="838200" y="2529693"/>
            <a:ext cx="10922876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buFont typeface="+mj-lt"/>
              <a:buAutoNum type="arabicPeriod"/>
            </a:pPr>
            <a:r>
              <a:rPr lang="en-US" dirty="0"/>
              <a:t>Use a Flutter HTTP library (such as `</a:t>
            </a:r>
            <a:r>
              <a:rPr lang="en-US" dirty="0" err="1"/>
              <a:t>dio</a:t>
            </a:r>
            <a:r>
              <a:rPr lang="en-US" dirty="0"/>
              <a:t>` or `</a:t>
            </a:r>
            <a:r>
              <a:rPr lang="en-US" dirty="0" err="1"/>
              <a:t>package:http</a:t>
            </a:r>
            <a:r>
              <a:rPr lang="en-US" dirty="0"/>
              <a:t>`) to fetch data from a public REST API (e.g., </a:t>
            </a:r>
            <a:r>
              <a:rPr lang="en-US" dirty="0" err="1"/>
              <a:t>JSONPlaceholder</a:t>
            </a:r>
            <a:r>
              <a:rPr lang="en-US" dirty="0"/>
              <a:t>) and map the JSON response to your generated model from Task I.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Implement a retry mechanism using exponential backoff and jitter to handle network or server errors. Deliberately trigger a failure (e.g., by targeting an invalid endpoint) and observe the retries and increasing delays in your application logs. (Make screenshots while doing this, put them in a Word document).</a:t>
            </a:r>
          </a:p>
          <a:p>
            <a:pPr marL="914400" lvl="1" indent="-457200">
              <a:buFont typeface="+mj-lt"/>
              <a:buAutoNum type="arabicPeriod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2527120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810</TotalTime>
  <Words>221</Words>
  <Application>Microsoft Macintosh PowerPoint</Application>
  <PresentationFormat>Widescreen</PresentationFormat>
  <Paragraphs>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Mobile and Embedded Computing</vt:lpstr>
      <vt:lpstr>Task I</vt:lpstr>
      <vt:lpstr>Task II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Stefan Dinu Rusu | Tazz, IT</dc:creator>
  <cp:lastModifiedBy>Stefan Dinu Rusu | Tazz, IT</cp:lastModifiedBy>
  <cp:revision>11</cp:revision>
  <dcterms:created xsi:type="dcterms:W3CDTF">2025-09-15T16:44:45Z</dcterms:created>
  <dcterms:modified xsi:type="dcterms:W3CDTF">2026-04-20T15:57:33Z</dcterms:modified>
</cp:coreProperties>
</file>