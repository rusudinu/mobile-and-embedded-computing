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numbers here are indicative; flutter pub add writes whatever is current. The point students must take away is which packages are runtime dependencies and which are dev_dependencies.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aloud: in production you retry what can succeed later: timeouts, 5xx, connection resets. A 404 will still be a 404 on attempt five. Today you retry it anyway, purely to watch the delays grow in the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317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LABORATORY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Serialization &amp; Networking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json_serializable, Equatable, HTTP and retries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and Embedded Computing  ·  Dinu-Ștefan Rusu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LABORATORY 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build today</a:t>
            </a:r>
            <a:endParaRPr lang="en-US" sz="3000" dirty="0"/>
          </a:p>
        </p:txBody>
      </p:sp>
      <p:pic>
        <p:nvPicPr>
          <p:cNvPr id="5" name="Image 0" descr="/Users/dinu/dev/upb/mobile-and-embedded-computing/slides/assets/icons2/braces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28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boring half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709160" y="182880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json_serializable write fromJson and toJson so you never hand-parse a map again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432304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9" name="Image 1" descr="/Users/dinu/dev/upb/mobile-and-embedded-computing/slides/assets/icons2/scale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58775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5420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by value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709160" y="2542032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Equatable so two instances holding the same data are actually equal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22960" y="3145536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13" name="Image 2" descr="/Users/dinu/dev/upb/mobile-and-embedded-computing/slides/assets/icons2/clouddownload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3009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25526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and map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709160" y="3255264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live REST response into a typed List&lt;Post&gt; your UI can render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2960" y="3858768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17" name="Image 3" descr="/Users/dinu/dev/upb/mobile-and-embedded-computing/slides/assets/icons2/repeat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14216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96849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well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709160" y="3968496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exponential backoff and jitter instead of hammering a server that is down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22960" y="502920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22960" y="525780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lab puts Lectures 5 and 6 to work.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HTTP and code generation from Lecture 5; REST and the shape of an API from Lecture 6.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POINT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lab's code lives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675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lab does not extend the todo app. Create a new Flutter project inside your course repository.</a:t>
            </a:r>
            <a:endParaRPr lang="en-US" sz="135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create lab5_networking, then work on a branch named lab5 in the same repository you have used all semester.</a:t>
            </a:r>
            <a:endParaRPr lang="en-US" sz="135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files carry the whole lab: lib/models/post.dart for Task I, and lib/api/post_client.dart for Task II. Keep them separate: the model must not know that HTTP exists.</a:t>
            </a:r>
            <a:endParaRPr lang="en-US" sz="135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 call today is public and needs no API key, no account and no token. If a step asks you for credentials, you are on the wrong URL.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863840" y="178308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138160" y="20116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you will create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138160" y="24231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lib/models/post.dart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lib/models/post.g.dart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generated, never edit it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lib/api/post_client.dart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lib/main.dart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3492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lab is two files in your course repository.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model is pure Dart; only the client touches the network.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packages this lab needs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10543032" cy="1234440"/>
          </a:xfrm>
          <a:prstGeom prst="roundRect">
            <a:avLst>
              <a:gd name="adj" fmla="val 8889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03120"/>
            <a:ext cx="9811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Let pub write the current versions for you. Run this in the project folder: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json_annotation equatable dio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dev:build_runner dev:json_serializable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3200400"/>
            <a:ext cx="10543032" cy="2697480"/>
          </a:xfrm>
          <a:prstGeom prst="roundRect">
            <a:avLst>
              <a:gd name="adj" fmla="val 4068"/>
            </a:avLst>
          </a:prstGeom>
          <a:solidFill>
            <a:srgbClr val="F5F5F7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3520440"/>
            <a:ext cx="98115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pubspec.yaml: what they leave behind. The flutter: sdk entry stays as it is.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dependencies: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json_annotation: ^4.9.0     # the annotations you write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equatable: ^2.0.5           # value equality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dio: ^5.7.0                 # or:  http: ^1.2.0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dev_dependencies: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build_runner: ^2.4.13       # runs the generators, never ships in the app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json_serializable: ^6.8.0   # the generator that writes post.g.dart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generated half, and how to make 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10543032" cy="4023360"/>
          </a:xfrm>
          <a:prstGeom prst="roundRect">
            <a:avLst>
              <a:gd name="adj" fmla="val 2727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03120"/>
            <a:ext cx="981151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lib/models/post.dart: top of the file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'package:json_annotation/json_annotation.dart';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'package:equatable/equatable.dart';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generated half. Same base name as this file, .g.dart suffix.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It does not exist yet, so your editor underlines this line in red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until you run the generator. That red is expected.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'post.g.dart';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Generate it. Run again after every change to a model: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dart run build_runner build --delete-conflicting-outputs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leave this running in a second terminal while you work: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dart run build_runner watch --delete-conflicting-outputs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589788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1264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--delete-conflicting-outputs is not optional.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Without it the second run fails on the files the first one wrote.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the generator can see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10543032" cy="3794760"/>
          </a:xfrm>
          <a:prstGeom prst="roundRect">
            <a:avLst>
              <a:gd name="adj" fmla="val 2892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03120"/>
            <a:ext cx="98115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lib/models/post.dart: the half you write by hand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@JsonSerializable()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Post {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Post({required this.id, required this.authorId, required this.title});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int id;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title;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@JsonKey(name: 'userId')   // when the JSON key and the Dart field differ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int authorId;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factory Post.fromJson(Map&lt;String, dynamic&gt; json) =&gt; _$PostFromJson(json);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Map&lt;String, dynamic&gt; toJson() =&gt; _$PostToJson(this);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566928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8978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 the annotations; the generator writes the parsing.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_$PostFromJson and _$PostToJson live in post.g.dart and appear only after build_runner runs.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equality with Equatable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10543032" cy="36576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03120"/>
            <a:ext cx="9811512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default == in Dart is identity: same data, different object, not equal.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Post extends Equatable {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...the same fields and constructor as the previous slide...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List&lt;Object?&gt; get props =&gt; [id, authorId, title];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 main(), prove it: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a = Post(id: 1, authorId: 1, title: 'hello');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b = Post(id: 1, authorId: 1, title: 'hello');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 == b);          // false without Equatable, true with it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print({a, b}.length);   // 2 without, 1 with: a Set uses == and hashCode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8064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field you forget to list in props is a field == will ignore.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is the bug this package quietly introduces, so keep props complete.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with generated JSON and equality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lib/models/post.dart. Pick one model, Post or User, and stay with it for the rest of the lab.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50008"/>
            <a:ext cx="6675120" cy="377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model class with at least four fields, all of them final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2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 the class with @JsonSerializable() and add the matching part directive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3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fromJson factory and the toJson method that delegate to the generated functions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4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build_runner and confirm post.g.dart appears containing _$PostFromJson and _$PostToJson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5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Rename one Dart field so it no longer matches its JSON key, and map it back with @JsonKey(name:)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6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class extend Equatable and list every field in props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7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main(), build two instances holding identical data and print the result of a == b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63840" y="17830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63840" y="2148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@JsonSerializable() on the class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'post.g.dart';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@JsonKey(name: 'userId')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extends Equatable, override props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dart run build_runner build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0" y="45262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when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4892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post.g.dart is generated and committed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== b prints true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analyze reports no issues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API you will call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10543032" cy="3794760"/>
          </a:xfrm>
          <a:prstGeom prst="roundRect">
            <a:avLst>
              <a:gd name="adj" fmla="val 2892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03120"/>
            <a:ext cx="98115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JSONPlaceholder: public, free, no key, no account.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https://jsonplaceholder.typicode.com/posts      # 100 posts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https://jsonplaceholder.typicode.com/posts/1    # a single post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https://jsonplaceholder.typicode.com/nope       # 404, your failure case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element of the /posts response: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"userId": 1,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1,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"sunt aut facere repellat provident",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"body": "quia et suscipit suscipit recusandae..."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566928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8978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JSON before you write the model.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keys in that payload are exactly what @JsonKey has to match.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Fetching and decoding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10543032" cy="36576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03120"/>
            <a:ext cx="9811512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lib/api/post_client.dart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_dio = Dio(BaseOptions(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baseUrl: 'https://jsonplaceholder.typicode.com',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connectTimeout: const Duration(seconds: 5),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Future&lt;List&lt;Post&gt;&gt; fetchPosts() async {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res = await _dio.get('/posts');    // Dio throws on 4xx and 5xx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raw = res.data as List&lt;dynamic&gt;;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raw.map((j) =&gt; Post.fromJson(j as Map&lt;String, dynamic&gt;)).toList();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Using package:http instead? jsonDecode(res.body) first, then the same map().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8064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once, at the edge.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Past this function nothing in your app should ever see a Map&lt;String, dynamic&gt;.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 and jitter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10543032" cy="4023360"/>
          </a:xfrm>
          <a:prstGeom prst="roundRect">
            <a:avLst>
              <a:gd name="adj" fmla="val 2727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03120"/>
            <a:ext cx="981151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import 'dart:math';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Future&lt;T&gt; withRetry&lt;T&gt;(Future&lt;T&gt; Function() op, {int maxAttempts = 5}) async {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rng = Random();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(var attempt = 0; ; attempt++) {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await op();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(e) {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(attempt &gt;= maxAttempts - 1) rethrow;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final backoff = 400 * (1 &lt;&lt; attempt);   // 400, 800, 1600, 3200 ms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final delay = backoff ~/ 2 + rng.nextInt(backoff ~/ 2 + 1);  // jitter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debugPrint('attempt $attempt failed: $e, waiting ${delay}ms');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await Future.delayed(Duration(milliseconds: delay));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589788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1264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Backoff spreads the retries out; jitter stops every client retrying in step.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Fetch, map and survive a failing endpoint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lib/api/post_client.dart, plus a screen in lib/main.dart that shows the result.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50008"/>
            <a:ext cx="6675120" cy="377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https://jsonplaceholder.typicode.com/posts with dio or package:http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2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response onto a List&lt;Post&gt; using the fromJson generated in Task I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3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those posts in a ListView so a successful fetch is visible in the running app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4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the call in a retry helper that gives up after a fixed number of attempts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5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delay grow exponentially between attempts, starting from a few hundred milliseconds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6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random jitter to each delay so two clients retrying never line up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7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the client at an invalid endpoint and log every attempt together with its delay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63840" y="17830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63840" y="2148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Dio.get / http.get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Future.delayed(Duration(...))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Random().nextInt(...) from dart:math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&lt;&lt; attempt doubles the delay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debugPrint, not print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0" y="45262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when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4892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Posts from the live API render on screen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shows five attempts with growing, non-identical delays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log screenshotted into /screenshots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 goes wrong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4303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71316"/>
                <a:gridCol w="367131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to 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686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of URI hasn't been generated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have not run the generator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dart run build_runner build --delete-conflicting-outputs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686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Conflicting outputs were detected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Generated files from an earlier run are in the way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 --delete-conflicting-outputs to the command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686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Undefined name '_$PostFromJson'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part directive is missing or names the wrong file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'post.g.dart'; must match this file's name exactly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686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== b still prints false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props is incomplete, or the class does not extend Equatable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 every field in props and rerun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686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List&lt;dynamic&gt; is not a subtype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passed the decoded body straight into fromJson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Cast each element to Map&lt;String, dynamic&gt; while mapping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" y="562356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585216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Rerun the generator after every model change.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of these are one stale post.g.dart in five disguises.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hand this in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goes to your GitHub repository. No Word documents, no email, no Teams upload.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your work to a branch named lab5, open a pull request, and merge it once it works.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asked for in a task go in a /screenshots folder in the same repository.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commit history is part of the assessment. Commit as you go, not once at the end.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in /screenshots: the console output showing a == b is true, and the retry log with its growing delays against the invalid endpoint.</a:t>
            </a:r>
            <a:endParaRPr lang="en-US" sz="13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post.g.dart along with everything else, because the grader needs to see what the generator produced.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863840" y="17830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5F5F7"/>
          </a:solidFill>
          <a:ln/>
        </p:spPr>
      </p:sp>
      <p:sp>
        <p:nvSpPr>
          <p:cNvPr id="8" name="Text 6"/>
          <p:cNvSpPr/>
          <p:nvPr/>
        </p:nvSpPr>
        <p:spPr>
          <a:xfrm>
            <a:off x="8138160" y="201168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38160" y="23774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committed and pushed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where asked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builds and runs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merged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Wrapping up</a:t>
            </a:r>
            <a:endParaRPr lang="en-US" sz="3000" dirty="0"/>
          </a:p>
        </p:txBody>
      </p:sp>
      <p:pic>
        <p:nvPicPr>
          <p:cNvPr id="3" name="Image 0" descr="/Users/dinu/dev/upb/mobile-and-embedded-computing/slides/assets/icons2/checklis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960" y="288036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 annotations; build_runner writes fromJson and toJson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Equatable gives value equality and a matching hashCode from props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Backoff spreads retries out in time; jitter keeps clients from syncing up</a:t>
            </a:r>
            <a:endParaRPr lang="en-US" sz="1250" dirty="0"/>
          </a:p>
        </p:txBody>
      </p:sp>
      <p:pic>
        <p:nvPicPr>
          <p:cNvPr id="6" name="Image 1" descr="/Users/dinu/dev/upb/mobile-and-embedded-computing/slides/assets/icons2/calendar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8308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8912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next lab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4389120" y="288036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branch lab5 and open the pull request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of the retry log in /screenshots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questions: the project needs every piece of this</a:t>
            </a:r>
            <a:endParaRPr lang="en-US" sz="1250" dirty="0"/>
          </a:p>
        </p:txBody>
      </p:sp>
      <p:pic>
        <p:nvPicPr>
          <p:cNvPr id="9" name="Image 2" descr="/Users/dinu/dev/upb/mobile-and-embedded-computing/slides/assets/icons2/bookope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783080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95528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more</a:t>
            </a:r>
            <a:endParaRPr lang="en-US" sz="1700" dirty="0"/>
          </a:p>
        </p:txBody>
      </p:sp>
      <p:sp>
        <p:nvSpPr>
          <p:cNvPr id="11" name="Text 6"/>
          <p:cNvSpPr/>
          <p:nvPr/>
        </p:nvSpPr>
        <p:spPr>
          <a:xfrm>
            <a:off x="7955280" y="288036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pub.dev/packages/json_serializable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pub.dev/packages/equatable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jsonplaceholder.typicode.com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and Embedded Computing, Laboratory 5</dc:title>
  <dc:subject>PptxGenJS Presentation</dc:subject>
  <dc:creator>Dinu-Ștefan Rusu</dc:creator>
  <cp:lastModifiedBy>Dinu-Ștefan Rusu</cp:lastModifiedBy>
  <cp:revision>1</cp:revision>
  <dcterms:created xsi:type="dcterms:W3CDTF">2026-08-08T15:40:14Z</dcterms:created>
  <dcterms:modified xsi:type="dcterms:W3CDTF">2026-08-08T15:40:14Z</dcterms:modified>
</cp:coreProperties>
</file>