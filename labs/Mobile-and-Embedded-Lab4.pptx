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4626"/>
  </p:normalViewPr>
  <p:slideViewPr>
    <p:cSldViewPr snapToGrid="0">
      <p:cViewPr varScale="1">
        <p:scale>
          <a:sx n="121" d="100"/>
          <a:sy n="121" d="100"/>
        </p:scale>
        <p:origin x="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Laboratory 4. </a:t>
            </a:r>
            <a:r>
              <a:rPr lang="en-US" b="1" dirty="0" err="1"/>
              <a:t>Devtools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6157-12CF-B9C8-9FB8-5C2657B1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959-FF8A-0546-D976-56D7F21D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0794" cy="1325563"/>
          </a:xfrm>
        </p:spPr>
        <p:txBody>
          <a:bodyPr/>
          <a:lstStyle/>
          <a:p>
            <a:r>
              <a:rPr lang="en-US" dirty="0"/>
              <a:t>Task 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EB5A9-E1D1-0544-F875-F20ADD21F2E4}"/>
              </a:ext>
            </a:extLst>
          </p:cNvPr>
          <p:cNvSpPr txBox="1"/>
          <p:nvPr/>
        </p:nvSpPr>
        <p:spPr>
          <a:xfrm>
            <a:off x="838200" y="2529693"/>
            <a:ext cx="109228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Build a simple interactive app like a Todo list using </a:t>
            </a:r>
            <a:r>
              <a:rPr lang="en-US" sz="2400" dirty="0" err="1"/>
              <a:t>StatefulWidget</a:t>
            </a:r>
            <a:r>
              <a:rPr lang="en-US" sz="2400" dirty="0"/>
              <a:t> and </a:t>
            </a:r>
            <a:r>
              <a:rPr lang="en-US" sz="2400" dirty="0" err="1"/>
              <a:t>setState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Introduce intentional bugs (e.g. out-of-</a:t>
            </a:r>
            <a:r>
              <a:rPr lang="en-US" sz="2400" dirty="0" err="1"/>
              <a:t>bouds</a:t>
            </a:r>
            <a:r>
              <a:rPr lang="en-US" sz="2400" dirty="0"/>
              <a:t> array access) and use the Flutter </a:t>
            </a:r>
            <a:r>
              <a:rPr lang="en-US" sz="2400" dirty="0" err="1"/>
              <a:t>Devtools</a:t>
            </a:r>
            <a:r>
              <a:rPr lang="en-US" sz="2400" dirty="0"/>
              <a:t> to step through the code and fix it. (Make screenshots while doing this, in order to quickly verify the completion of this step).</a:t>
            </a:r>
          </a:p>
          <a:p>
            <a:pPr marL="457200" indent="-457200">
              <a:buAutoNum type="arabicPeriod"/>
            </a:pPr>
            <a:r>
              <a:rPr lang="en-US" sz="2400" dirty="0"/>
              <a:t>Use the Widget inspector and view the render tree. (Make screenshots while doing this, in order to quickly verify the completion of this step).</a:t>
            </a:r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704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95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Mobile and Embedded Computing</vt:lpstr>
      <vt:lpstr>Task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10</cp:revision>
  <dcterms:created xsi:type="dcterms:W3CDTF">2025-09-15T16:44:45Z</dcterms:created>
  <dcterms:modified xsi:type="dcterms:W3CDTF">2026-03-08T09:22:39Z</dcterms:modified>
</cp:coreProperties>
</file>