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88" r:id="rId3"/>
    <p:sldId id="28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0816D-9131-0642-AC18-65111AF099E6}" v="339" dt="2025-09-20T16:46:07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/>
    <p:restoredTop sz="94626"/>
  </p:normalViewPr>
  <p:slideViewPr>
    <p:cSldViewPr snapToGrid="0">
      <p:cViewPr varScale="1">
        <p:scale>
          <a:sx n="121" d="100"/>
          <a:sy n="121" d="100"/>
        </p:scale>
        <p:origin x="8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71807-75D2-4B48-9BC1-C0791C7EACC9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3F86B-2734-BF42-93A6-63E2CE51F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00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2589-B083-6788-C188-A7A86614E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23450-674B-BC5C-6F86-2413C244D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0CED9-B1F4-757B-FF1C-CB55CB8E2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BFC94-82B2-21A3-2575-27800619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882CC-D653-8816-84BD-1C5983F6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7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A5D3-4475-D424-AAD2-A53CD178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3D51B-2CA0-F2BB-7751-C45C80AF4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17ADD-A1A0-2F86-B8EA-0F6E6B904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2B4A3-90D9-905A-D219-576A5991B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D11B-ED22-AA1A-3798-1C316DF3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9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0C4F-A8C0-7FBF-7450-2ACA51CF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83313-51C9-8FCD-76A0-4E109458A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B37CC-018A-DED7-E590-3816B68F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E3F1-093B-9CE7-664A-F0582969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5AFF1-6F9B-A45E-650D-3A0836CC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80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3BE1-F9AE-53CC-959C-34C16430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ECB1D-0500-8247-4526-8D2F0B52C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692D2-B90F-2BA6-C78A-203F0B917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FA438-6142-0B34-F3A6-70B843437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6006F-557E-7017-240E-8A01385B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3C9A0-31D6-4A5C-34F9-1C1F03EC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4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C02A-7DDC-74DF-0635-2CF18AF0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BEAC-52C7-85A4-F098-7758650FF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2FA94-6D26-CCB7-4492-E2A8BFFB9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EB920-7A8D-C959-E966-E8372DF43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EABDC-105B-643A-405F-694566161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3AA5A-00E4-3558-A4AB-13ECBF495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8B891-C0DF-5409-0653-32F79254C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02BA0C-E4DD-E986-0553-D2041857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50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78B7-DDD7-A8BF-DD92-0C3EE893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4A856-01F9-A7D0-F4A3-00A616DE5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5035C-CE70-5B91-C83D-ECFDADD3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1D28A-A5DE-DE88-344C-F97F443A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82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09FA3-9E79-D445-3FEB-E7642CE9E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5E957-CFC3-430E-1B2C-F6039C01F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E4514-0A61-DEF6-6A9B-0590AD82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1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7A56-7D2D-3932-43C1-D3468169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483E5-0268-4B7A-4645-7558A4A77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48B4-F672-6FFE-86D1-86286538B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801C9-E5D7-9585-2BEE-0D1D1917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50128-4786-91A9-3120-12E0BCF1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3441C-EAF9-703B-E73F-2382E3E7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80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CEB4-0DC1-DEC8-58E7-87402B3F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7C8914-103B-0FD6-F20C-87A81DDB1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6F2DA9-3397-C342-6069-E5C9AC1B0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C0B1D-CEA0-7DFD-F38F-9D329028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4E28A-6907-1FF5-EC06-429B4672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AB370-1DBB-AF46-F8DB-7DC5EFFC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4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7CD9-4481-08C2-4E88-1FB52F08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CFAC1-4D7F-6198-0D9B-053218EAB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6FC57-5135-D07A-49D2-963385733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4C60C-8258-822E-80A5-2E0D96020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A1161-1882-2A70-0204-86955786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8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89FA6-EACC-1D0F-2715-C3E6CBDD6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B28C91-E497-8D50-85CD-2D350890C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7D545-E3C6-5F58-11A4-9D653FBB4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38AAD-8DB9-B119-33DB-0A54B9369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BD58E-F881-2DCA-49F9-1D5B3B13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01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801D69-C640-402D-B659-67878647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6F774-07B9-DC88-0065-CFA51AA31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7852D-D2ED-1C67-12EC-67F0CDBB2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551AF-0EE3-DD4B-B4EF-6D8229EA0D86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3605C-394F-93D0-F2F5-4E9AA54A0D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3A10-224E-8E0B-3F27-9E12375E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31FBD-AA74-B940-BEBB-75DDFD0DC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3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6A52-E683-94FB-5FDE-93AF163BA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325"/>
            <a:ext cx="9144000" cy="2387600"/>
          </a:xfrm>
        </p:spPr>
        <p:txBody>
          <a:bodyPr/>
          <a:lstStyle/>
          <a:p>
            <a:r>
              <a:rPr lang="en-US" dirty="0"/>
              <a:t>Mobile and Embedded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421A2-2714-CF24-E8C4-734EB67EC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US" b="1" dirty="0"/>
              <a:t>Laboratory 3. Flutter Widgets and UI Elements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04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E6157-12CF-B9C8-9FB8-5C2657B1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8B959-FF8A-0546-D976-56D7F21D6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0794" cy="1325563"/>
          </a:xfrm>
        </p:spPr>
        <p:txBody>
          <a:bodyPr/>
          <a:lstStyle/>
          <a:p>
            <a:r>
              <a:rPr lang="en-US" dirty="0"/>
              <a:t>Task I – Login screen layout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EB5A9-E1D1-0544-F875-F20ADD21F2E4}"/>
              </a:ext>
            </a:extLst>
          </p:cNvPr>
          <p:cNvSpPr txBox="1"/>
          <p:nvPr/>
        </p:nvSpPr>
        <p:spPr>
          <a:xfrm>
            <a:off x="838200" y="2697859"/>
            <a:ext cx="63386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/>
              <a:t>Create a login screen layout like the one in the image</a:t>
            </a:r>
          </a:p>
          <a:p>
            <a:pPr marL="457200" indent="-457200">
              <a:buAutoNum type="arabicPeriod"/>
            </a:pPr>
            <a:r>
              <a:rPr lang="en-US" sz="2400" dirty="0"/>
              <a:t>Break down the UI into smaller, reusable </a:t>
            </a:r>
            <a:r>
              <a:rPr lang="en-US" sz="2400" dirty="0" err="1"/>
              <a:t>StatlessWidget</a:t>
            </a:r>
            <a:r>
              <a:rPr lang="en-US" sz="2400" dirty="0"/>
              <a:t> and </a:t>
            </a:r>
            <a:r>
              <a:rPr lang="en-US" sz="2400" dirty="0" err="1"/>
              <a:t>StatefulWidget</a:t>
            </a:r>
            <a:r>
              <a:rPr lang="en-US" sz="2400" dirty="0"/>
              <a:t> components.</a:t>
            </a:r>
          </a:p>
          <a:p>
            <a:pPr lvl="1">
              <a:buFont typeface="Wingdings" pitchFamily="2" charset="2"/>
              <a:buChar char="Ø"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83F662-FB57-E68B-D999-F26F51EAE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267" y="0"/>
            <a:ext cx="3164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042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10F0D-5DE7-7EEC-16B6-C1C1D4B24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C9F09-280E-BFAF-93E9-D52CE9D79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0794" cy="1325563"/>
          </a:xfrm>
        </p:spPr>
        <p:txBody>
          <a:bodyPr/>
          <a:lstStyle/>
          <a:p>
            <a:r>
              <a:rPr lang="en-US" dirty="0"/>
              <a:t>Task II – </a:t>
            </a:r>
            <a:r>
              <a:rPr lang="en-US" dirty="0" err="1"/>
              <a:t>ToDo</a:t>
            </a:r>
            <a:r>
              <a:rPr lang="en-US" dirty="0"/>
              <a:t> List layout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EA4BC9-F398-67BF-A9D6-AF79D388C513}"/>
              </a:ext>
            </a:extLst>
          </p:cNvPr>
          <p:cNvSpPr txBox="1"/>
          <p:nvPr/>
        </p:nvSpPr>
        <p:spPr>
          <a:xfrm>
            <a:off x="838200" y="2697859"/>
            <a:ext cx="104507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/>
              <a:t>Create a </a:t>
            </a:r>
            <a:r>
              <a:rPr lang="en-US" sz="2400" dirty="0" err="1"/>
              <a:t>todo</a:t>
            </a:r>
            <a:r>
              <a:rPr lang="en-US" sz="2400" dirty="0"/>
              <a:t> screen layout that has a list of </a:t>
            </a:r>
            <a:r>
              <a:rPr lang="en-US" sz="2400" dirty="0" err="1"/>
              <a:t>todos</a:t>
            </a:r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/>
              <a:t>Each </a:t>
            </a:r>
            <a:r>
              <a:rPr lang="en-US" sz="2400" dirty="0" err="1"/>
              <a:t>todo</a:t>
            </a:r>
            <a:r>
              <a:rPr lang="en-US" sz="2400" dirty="0"/>
              <a:t> card should support swipe gestures (swipe left =&gt; delete, swipe right =&gt; mark as completed)</a:t>
            </a:r>
          </a:p>
        </p:txBody>
      </p:sp>
    </p:spTree>
    <p:extLst>
      <p:ext uri="{BB962C8B-B14F-4D97-AF65-F5344CB8AC3E}">
        <p14:creationId xmlns:p14="http://schemas.microsoft.com/office/powerpoint/2010/main" val="2135742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79</Words>
  <Application>Microsoft Macintosh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Theme</vt:lpstr>
      <vt:lpstr>Mobile and Embedded Computing</vt:lpstr>
      <vt:lpstr>Task I – Login screen layout</vt:lpstr>
      <vt:lpstr>Task II – ToDo List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Dinu Rusu | Tazz, IT</dc:creator>
  <cp:lastModifiedBy>Stefan Dinu Rusu | Tazz, IT</cp:lastModifiedBy>
  <cp:revision>7</cp:revision>
  <dcterms:created xsi:type="dcterms:W3CDTF">2025-09-15T16:44:45Z</dcterms:created>
  <dcterms:modified xsi:type="dcterms:W3CDTF">2026-03-08T09:20:01Z</dcterms:modified>
</cp:coreProperties>
</file>