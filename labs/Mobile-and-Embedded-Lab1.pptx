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0" r:id="rId6"/>
    <p:sldId id="291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/>
    <p:restoredTop sz="94614"/>
  </p:normalViewPr>
  <p:slideViewPr>
    <p:cSldViewPr snapToGrid="0">
      <p:cViewPr varScale="1">
        <p:scale>
          <a:sx n="153" d="100"/>
          <a:sy n="153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 &amp; Set-up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 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two)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Teams of max 3 students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720840"/>
            <a:ext cx="1053762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38200" y="2213246"/>
            <a:ext cx="105376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the given Google Sheet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consistent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Your project should have a medium-hard complexity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1C72E-F8D1-87D9-2A1B-765D77FC3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guidelines</a:t>
            </a:r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Android Studio / Xcode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IntelliJ / </a:t>
            </a:r>
            <a:r>
              <a:rPr lang="en-US" sz="2800" dirty="0" err="1"/>
              <a:t>VSCode</a:t>
            </a:r>
            <a:r>
              <a:rPr lang="en-US" sz="2800" dirty="0"/>
              <a:t> to write the code (with the Flutter and Dart plugins)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Configure Android / iOS emulators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project, it should open in your emulator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5010</TotalTime>
  <Words>484</Words>
  <Application>Microsoft Macintosh PowerPoint</Application>
  <PresentationFormat>Widescreen</PresentationFormat>
  <Paragraphs>49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</vt:lpstr>
      <vt:lpstr>PowerPoint Presentation</vt:lpstr>
      <vt:lpstr>Project guidelines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24</cp:revision>
  <dcterms:created xsi:type="dcterms:W3CDTF">2025-09-15T16:44:45Z</dcterms:created>
  <dcterms:modified xsi:type="dcterms:W3CDTF">2026-03-03T16:16:16Z</dcterms:modified>
</cp:coreProperties>
</file>