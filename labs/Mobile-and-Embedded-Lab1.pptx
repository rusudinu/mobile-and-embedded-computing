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1" r:id="rId6"/>
    <p:sldId id="290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84"/>
  </p:normalViewPr>
  <p:slideViewPr>
    <p:cSldViewPr snapToGrid="0">
      <p:cViewPr varScale="1">
        <p:scale>
          <a:sx n="152" d="100"/>
          <a:sy n="152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Orientation, Set-up &amp;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>
                <a:cs typeface="Al Bayan Plain" pitchFamily="2" charset="-78"/>
              </a:rPr>
              <a:t>Dinu-Ștefan RUSU 	</a:t>
            </a:r>
            <a:r>
              <a:rPr lang="en-US" sz="3500" b="1" dirty="0">
                <a:cs typeface="Al Bayan Plain" pitchFamily="2" charset="-78"/>
              </a:rPr>
              <a:t>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 </a:t>
            </a:r>
            <a:r>
              <a:rPr lang="en-US" sz="2400" dirty="0"/>
              <a:t>All your presentation materials should be uploaded on Moodle in the</a:t>
            </a:r>
          </a:p>
          <a:p>
            <a:r>
              <a:rPr lang="en-US" sz="2400" dirty="0"/>
              <a:t>designated space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27186" y="1166842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r>
              <a:rPr lang="en-US" sz="2400" dirty="0"/>
              <a:t>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 (Firebase Auth / Keycloak / anything that is ‘real’ auth)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When logging in on a different device, user’s data should be loaded/transferred automatically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351508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Link to the public GitHub repository </a:t>
            </a:r>
            <a:r>
              <a:rPr lang="en-US" sz="2400" dirty="0"/>
              <a:t>(or if you chose to make the repo private, make sure to invite me as a collaborator, my username is: </a:t>
            </a:r>
            <a:r>
              <a:rPr lang="en-US" sz="2400" dirty="0" err="1"/>
              <a:t>rusudinu</a:t>
            </a:r>
            <a:r>
              <a:rPr lang="en-US" sz="24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5022</TotalTime>
  <Words>573</Words>
  <Application>Microsoft Macintosh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 &amp; deliverables</vt:lpstr>
      <vt:lpstr>PowerPoint Presentation</vt:lpstr>
      <vt:lpstr>PowerPoint Presentation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30</cp:revision>
  <dcterms:created xsi:type="dcterms:W3CDTF">2025-09-15T16:44:45Z</dcterms:created>
  <dcterms:modified xsi:type="dcterms:W3CDTF">2026-05-06T11:37:36Z</dcterms:modified>
</cp:coreProperties>
</file>