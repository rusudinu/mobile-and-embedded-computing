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0" r:id="rId6"/>
    <p:sldId id="291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14"/>
    <p:restoredTop sz="94626"/>
  </p:normalViewPr>
  <p:slideViewPr>
    <p:cSldViewPr snapToGrid="0">
      <p:cViewPr varScale="1">
        <p:scale>
          <a:sx n="121" d="100"/>
          <a:sy n="121" d="100"/>
        </p:scale>
        <p:origin x="9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 &amp; Set-up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Ing. Dinu-Ștefan RUSU 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two)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1720840"/>
            <a:ext cx="1053762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propose your own project, and we’ll discuss and approve it together in the next lab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720840"/>
            <a:ext cx="1053762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38200" y="2213246"/>
            <a:ext cx="1053762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a Google Sheet (with the following columns: Teammate 1, Teammate 2, Project Description)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consistent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01C72E-F8D1-87D9-2A1B-765D77FC3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guidelines</a:t>
            </a:r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You should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You will need Android Studio / Xcode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You will need IntelliJ to write the code (with the Flutter and Dart plugins)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5005</TotalTime>
  <Words>478</Words>
  <Application>Microsoft Macintosh PowerPoint</Application>
  <PresentationFormat>Widescreen</PresentationFormat>
  <Paragraphs>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</vt:lpstr>
      <vt:lpstr>PowerPoint Presentation</vt:lpstr>
      <vt:lpstr>Project guidelines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19</cp:revision>
  <dcterms:created xsi:type="dcterms:W3CDTF">2025-09-15T16:44:45Z</dcterms:created>
  <dcterms:modified xsi:type="dcterms:W3CDTF">2026-03-03T08:25:16Z</dcterms:modified>
</cp:coreProperties>
</file>