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59"/>
  </p:normalViewPr>
  <p:slideViewPr>
    <p:cSldViewPr snapToGrid="0">
      <p:cViewPr varScale="1">
        <p:scale>
          <a:sx n="153" d="100"/>
          <a:sy n="153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5013</TotalTime>
  <Words>496</Words>
  <Application>Microsoft Macintosh PowerPoint</Application>
  <PresentationFormat>Widescreen</PresentationFormat>
  <Paragraphs>49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27</cp:revision>
  <dcterms:created xsi:type="dcterms:W3CDTF">2025-09-15T16:44:45Z</dcterms:created>
  <dcterms:modified xsi:type="dcterms:W3CDTF">2026-03-03T16:53:37Z</dcterms:modified>
</cp:coreProperties>
</file>