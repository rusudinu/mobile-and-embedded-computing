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626"/>
  </p:normalViewPr>
  <p:slideViewPr>
    <p:cSldViewPr snapToGrid="0">
      <p:cViewPr varScale="1">
        <p:scale>
          <a:sx n="121" d="100"/>
          <a:sy n="121" d="100"/>
        </p:scale>
        <p:origin x="9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two)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IntelliJ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5009</TotalTime>
  <Words>478</Words>
  <Application>Microsoft Macintosh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23</cp:revision>
  <dcterms:created xsi:type="dcterms:W3CDTF">2025-09-15T16:44:45Z</dcterms:created>
  <dcterms:modified xsi:type="dcterms:W3CDTF">2026-03-03T14:29:00Z</dcterms:modified>
</cp:coreProperties>
</file>