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1" r:id="rId4"/>
    <p:sldId id="289" r:id="rId5"/>
    <p:sldId id="290" r:id="rId6"/>
    <p:sldId id="291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05"/>
    <p:restoredTop sz="94584"/>
  </p:normalViewPr>
  <p:slideViewPr>
    <p:cSldViewPr snapToGrid="0">
      <p:cViewPr varScale="1">
        <p:scale>
          <a:sx n="152" d="100"/>
          <a:sy n="152" d="100"/>
        </p:scale>
        <p:origin x="3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android.com/studio" TargetMode="External"/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jetbrains.com/idea/downloa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 &amp; Set-up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>
                <a:cs typeface="Al Bayan Plain" pitchFamily="2" charset="-78"/>
              </a:rPr>
              <a:t>Dinu-Ștefan RUSU 	</a:t>
            </a:r>
            <a:r>
              <a:rPr lang="en-US" sz="3500" b="1" dirty="0">
                <a:cs typeface="Al Bayan Plain" pitchFamily="2" charset="-78"/>
              </a:rPr>
              <a:t>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maximum 3)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27186" y="1720840"/>
            <a:ext cx="105376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propose your own project, and we’ll discuss and approve it together in the next lab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Teams of max 3 students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details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9CE0-1E34-8ABD-BB67-B62464E51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9273A4-8A42-991A-AB54-D702AA8C3E34}"/>
              </a:ext>
            </a:extLst>
          </p:cNvPr>
          <p:cNvSpPr txBox="1"/>
          <p:nvPr/>
        </p:nvSpPr>
        <p:spPr>
          <a:xfrm>
            <a:off x="827186" y="1351508"/>
            <a:ext cx="1053762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Link to the public GitHub repository </a:t>
            </a:r>
            <a:r>
              <a:rPr lang="en-US" sz="2400" dirty="0"/>
              <a:t>(or if you chose to make the repo private, make sure to invite me as a collaborator, my username is: </a:t>
            </a:r>
            <a:r>
              <a:rPr lang="en-US" sz="2400" dirty="0" err="1"/>
              <a:t>rusudinu</a:t>
            </a:r>
            <a:r>
              <a:rPr lang="en-US" sz="2400" dirty="0"/>
              <a:t>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4515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2B6E-47F7-E296-2BF9-5C0ED4335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FFC404-388D-059A-92C4-2216AB771D46}"/>
              </a:ext>
            </a:extLst>
          </p:cNvPr>
          <p:cNvSpPr txBox="1"/>
          <p:nvPr/>
        </p:nvSpPr>
        <p:spPr>
          <a:xfrm>
            <a:off x="838200" y="2213246"/>
            <a:ext cx="1053762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Think of a project idea and form teams in the given Google Sheet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After forming the teams and writing a consistent description in the doc we will have a discussion to validate its complexity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Your project must at least have the following: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State management using BLoC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Authentication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Data persistence (any kind of database) and offline first capabilities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Realtime capabilities using </a:t>
            </a:r>
            <a:r>
              <a:rPr lang="en-US" sz="2400" dirty="0" err="1"/>
              <a:t>Websockets</a:t>
            </a:r>
            <a:endParaRPr lang="en-US" sz="2400" dirty="0"/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Your project should have a medium-hard complexity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01C72E-F8D1-87D9-2A1B-765D77FC3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guidelines</a:t>
            </a:r>
          </a:p>
        </p:txBody>
      </p:sp>
    </p:spTree>
    <p:extLst>
      <p:ext uri="{BB962C8B-B14F-4D97-AF65-F5344CB8AC3E}">
        <p14:creationId xmlns:p14="http://schemas.microsoft.com/office/powerpoint/2010/main" val="48149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Android Studio / Xcode (</a:t>
            </a:r>
            <a:r>
              <a:rPr lang="en-US" sz="2800" dirty="0">
                <a:hlinkClick r:id="rId3"/>
              </a:rPr>
              <a:t>https://</a:t>
            </a:r>
            <a:r>
              <a:rPr lang="en-US" sz="2800" dirty="0" err="1">
                <a:hlinkClick r:id="rId3"/>
              </a:rPr>
              <a:t>developer.android.com</a:t>
            </a:r>
            <a:r>
              <a:rPr lang="en-US" sz="2800" dirty="0">
                <a:hlinkClick r:id="rId3"/>
              </a:rPr>
              <a:t>/studio</a:t>
            </a:r>
            <a:r>
              <a:rPr lang="en-US" sz="2800" dirty="0"/>
              <a:t>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>
                <a:hlinkClick r:id="rId4"/>
              </a:rPr>
              <a:t>IntelliJ</a:t>
            </a:r>
            <a:r>
              <a:rPr lang="en-US" sz="2800" dirty="0"/>
              <a:t> / </a:t>
            </a:r>
            <a:r>
              <a:rPr lang="en-US" sz="2800" dirty="0" err="1"/>
              <a:t>VSCode</a:t>
            </a:r>
            <a:r>
              <a:rPr lang="en-US" sz="2800" dirty="0"/>
              <a:t> to write the code (with the Flutter and Dart plugins)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Configure Android / iOS emulators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project, it should open in your emulator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5015</TotalTime>
  <Words>528</Words>
  <Application>Microsoft Macintosh PowerPoint</Application>
  <PresentationFormat>Widescreen</PresentationFormat>
  <Paragraphs>50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Project details</vt:lpstr>
      <vt:lpstr>PowerPoint Presentation</vt:lpstr>
      <vt:lpstr>Project guidelines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29</cp:revision>
  <dcterms:created xsi:type="dcterms:W3CDTF">2025-09-15T16:44:45Z</dcterms:created>
  <dcterms:modified xsi:type="dcterms:W3CDTF">2026-05-04T06:01:10Z</dcterms:modified>
</cp:coreProperties>
</file>