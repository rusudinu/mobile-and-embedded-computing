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/>
    <p:restoredTop sz="94635"/>
  </p:normalViewPr>
  <p:slideViewPr>
    <p:cSldViewPr snapToGrid="0">
      <p:cViewPr varScale="1">
        <p:scale>
          <a:sx n="108" d="100"/>
          <a:sy n="108" d="100"/>
        </p:scale>
        <p:origin x="21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32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32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F0253E-B47E-4262-80CD-3053BE80E50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4CD8FFB-1E63-49DE-9AD5-DC68649E9F4F}">
      <dgm:prSet/>
      <dgm:spPr/>
      <dgm:t>
        <a:bodyPr/>
        <a:lstStyle/>
        <a:p>
          <a:r>
            <a:rPr lang="en-US"/>
            <a:t>Treat all client input as untrusted; validate on the server (syntax + semantics). Client checks are helpful UX, not sufficient security.  </a:t>
          </a:r>
        </a:p>
      </dgm:t>
    </dgm:pt>
    <dgm:pt modelId="{4C927DDD-4F2D-4CCB-9BF6-94DE65899C03}" type="parTrans" cxnId="{DA4D2F9C-DAC8-4F64-9553-FEA32ECD7830}">
      <dgm:prSet/>
      <dgm:spPr/>
      <dgm:t>
        <a:bodyPr/>
        <a:lstStyle/>
        <a:p>
          <a:endParaRPr lang="en-US"/>
        </a:p>
      </dgm:t>
    </dgm:pt>
    <dgm:pt modelId="{4AA2664B-B836-4338-B606-DA4A8A293A6D}" type="sibTrans" cxnId="{DA4D2F9C-DAC8-4F64-9553-FEA32ECD7830}">
      <dgm:prSet/>
      <dgm:spPr/>
      <dgm:t>
        <a:bodyPr/>
        <a:lstStyle/>
        <a:p>
          <a:endParaRPr lang="en-US"/>
        </a:p>
      </dgm:t>
    </dgm:pt>
    <dgm:pt modelId="{D40CD022-10C0-44EA-B81B-6239EC72D2D1}">
      <dgm:prSet/>
      <dgm:spPr/>
      <dgm:t>
        <a:bodyPr/>
        <a:lstStyle/>
        <a:p>
          <a:r>
            <a:rPr lang="en-US"/>
            <a:t>Typical server-side validations: content type, ranges, cross-field rules, auth checks.</a:t>
          </a:r>
        </a:p>
      </dgm:t>
    </dgm:pt>
    <dgm:pt modelId="{DEF787A7-9E3E-48C2-901E-6CAF035296E4}" type="parTrans" cxnId="{03CDDE8E-FCF3-44D2-A455-303C8833B4FE}">
      <dgm:prSet/>
      <dgm:spPr/>
      <dgm:t>
        <a:bodyPr/>
        <a:lstStyle/>
        <a:p>
          <a:endParaRPr lang="en-US"/>
        </a:p>
      </dgm:t>
    </dgm:pt>
    <dgm:pt modelId="{C4DBD8A2-455D-4D65-A72D-79610094FB83}" type="sibTrans" cxnId="{03CDDE8E-FCF3-44D2-A455-303C8833B4FE}">
      <dgm:prSet/>
      <dgm:spPr/>
      <dgm:t>
        <a:bodyPr/>
        <a:lstStyle/>
        <a:p>
          <a:endParaRPr lang="en-US"/>
        </a:p>
      </dgm:t>
    </dgm:pt>
    <dgm:pt modelId="{F0FA1EB4-8D8D-470D-B8FC-3C72C1066D2E}">
      <dgm:prSet/>
      <dgm:spPr/>
      <dgm:t>
        <a:bodyPr/>
        <a:lstStyle/>
        <a:p>
          <a:r>
            <a:rPr lang="en-US"/>
            <a:t>Consequences of skipping server validation: injection, corrupted state, data leaks. </a:t>
          </a:r>
        </a:p>
      </dgm:t>
    </dgm:pt>
    <dgm:pt modelId="{1ABD3D5F-4EC6-4254-A0D2-1B7630E7EA66}" type="parTrans" cxnId="{BACF5E6E-B6D2-44DD-AB28-54C2B720EEB2}">
      <dgm:prSet/>
      <dgm:spPr/>
      <dgm:t>
        <a:bodyPr/>
        <a:lstStyle/>
        <a:p>
          <a:endParaRPr lang="en-US"/>
        </a:p>
      </dgm:t>
    </dgm:pt>
    <dgm:pt modelId="{EB519C75-C4B9-4165-8A3E-E96EECBE76F9}" type="sibTrans" cxnId="{BACF5E6E-B6D2-44DD-AB28-54C2B720EEB2}">
      <dgm:prSet/>
      <dgm:spPr/>
      <dgm:t>
        <a:bodyPr/>
        <a:lstStyle/>
        <a:p>
          <a:endParaRPr lang="en-US"/>
        </a:p>
      </dgm:t>
    </dgm:pt>
    <dgm:pt modelId="{7E6BFCB7-AD7A-43DF-BFFD-721A22B35405}" type="pres">
      <dgm:prSet presAssocID="{77F0253E-B47E-4262-80CD-3053BE80E50F}" presName="root" presStyleCnt="0">
        <dgm:presLayoutVars>
          <dgm:dir/>
          <dgm:resizeHandles val="exact"/>
        </dgm:presLayoutVars>
      </dgm:prSet>
      <dgm:spPr/>
    </dgm:pt>
    <dgm:pt modelId="{68D516D3-C4BA-40DB-B017-2E3A1F3F90A5}" type="pres">
      <dgm:prSet presAssocID="{34CD8FFB-1E63-49DE-9AD5-DC68649E9F4F}" presName="compNode" presStyleCnt="0"/>
      <dgm:spPr/>
    </dgm:pt>
    <dgm:pt modelId="{C606CF70-67B2-4A4C-ACA9-859C5EC60405}" type="pres">
      <dgm:prSet presAssocID="{34CD8FFB-1E63-49DE-9AD5-DC68649E9F4F}" presName="bgRect" presStyleLbl="bgShp" presStyleIdx="0" presStyleCnt="3"/>
      <dgm:spPr/>
    </dgm:pt>
    <dgm:pt modelId="{116FED01-D0B5-419F-B001-299A6BC97D63}" type="pres">
      <dgm:prSet presAssocID="{34CD8FFB-1E63-49DE-9AD5-DC68649E9F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763D7C0C-6EEB-4C26-91A0-68B781CF9950}" type="pres">
      <dgm:prSet presAssocID="{34CD8FFB-1E63-49DE-9AD5-DC68649E9F4F}" presName="spaceRect" presStyleCnt="0"/>
      <dgm:spPr/>
    </dgm:pt>
    <dgm:pt modelId="{2E555674-99B0-48B1-A77B-D4AE0DC64FF2}" type="pres">
      <dgm:prSet presAssocID="{34CD8FFB-1E63-49DE-9AD5-DC68649E9F4F}" presName="parTx" presStyleLbl="revTx" presStyleIdx="0" presStyleCnt="3">
        <dgm:presLayoutVars>
          <dgm:chMax val="0"/>
          <dgm:chPref val="0"/>
        </dgm:presLayoutVars>
      </dgm:prSet>
      <dgm:spPr/>
    </dgm:pt>
    <dgm:pt modelId="{277E3E56-D015-41EA-84E0-58CB32EF36C3}" type="pres">
      <dgm:prSet presAssocID="{4AA2664B-B836-4338-B606-DA4A8A293A6D}" presName="sibTrans" presStyleCnt="0"/>
      <dgm:spPr/>
    </dgm:pt>
    <dgm:pt modelId="{3149C0D5-A641-4420-878F-3A80761F3895}" type="pres">
      <dgm:prSet presAssocID="{D40CD022-10C0-44EA-B81B-6239EC72D2D1}" presName="compNode" presStyleCnt="0"/>
      <dgm:spPr/>
    </dgm:pt>
    <dgm:pt modelId="{5D995564-4B76-4660-83FF-525CF94C9F3E}" type="pres">
      <dgm:prSet presAssocID="{D40CD022-10C0-44EA-B81B-6239EC72D2D1}" presName="bgRect" presStyleLbl="bgShp" presStyleIdx="1" presStyleCnt="3"/>
      <dgm:spPr/>
    </dgm:pt>
    <dgm:pt modelId="{1A1E7380-B14C-459D-94F7-0DBBEAF24527}" type="pres">
      <dgm:prSet presAssocID="{D40CD022-10C0-44EA-B81B-6239EC72D2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58B1B55A-BDE6-48A4-9F83-F264563B02DA}" type="pres">
      <dgm:prSet presAssocID="{D40CD022-10C0-44EA-B81B-6239EC72D2D1}" presName="spaceRect" presStyleCnt="0"/>
      <dgm:spPr/>
    </dgm:pt>
    <dgm:pt modelId="{DA479A06-5BB3-4C46-92B5-B4E886314977}" type="pres">
      <dgm:prSet presAssocID="{D40CD022-10C0-44EA-B81B-6239EC72D2D1}" presName="parTx" presStyleLbl="revTx" presStyleIdx="1" presStyleCnt="3">
        <dgm:presLayoutVars>
          <dgm:chMax val="0"/>
          <dgm:chPref val="0"/>
        </dgm:presLayoutVars>
      </dgm:prSet>
      <dgm:spPr/>
    </dgm:pt>
    <dgm:pt modelId="{4E434560-B8AE-42CC-9DA3-711C6D2AC479}" type="pres">
      <dgm:prSet presAssocID="{C4DBD8A2-455D-4D65-A72D-79610094FB83}" presName="sibTrans" presStyleCnt="0"/>
      <dgm:spPr/>
    </dgm:pt>
    <dgm:pt modelId="{71B31297-0A6D-4269-A3DB-B12E0B30BC48}" type="pres">
      <dgm:prSet presAssocID="{F0FA1EB4-8D8D-470D-B8FC-3C72C1066D2E}" presName="compNode" presStyleCnt="0"/>
      <dgm:spPr/>
    </dgm:pt>
    <dgm:pt modelId="{74FEED01-0497-4D3A-A57C-0160786A98B5}" type="pres">
      <dgm:prSet presAssocID="{F0FA1EB4-8D8D-470D-B8FC-3C72C1066D2E}" presName="bgRect" presStyleLbl="bgShp" presStyleIdx="2" presStyleCnt="3"/>
      <dgm:spPr/>
    </dgm:pt>
    <dgm:pt modelId="{7FD03F92-3C3E-4000-86AC-B16BECFC0A88}" type="pres">
      <dgm:prSet presAssocID="{F0FA1EB4-8D8D-470D-B8FC-3C72C1066D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C36418AF-124A-46C4-9691-F03D67D0CC38}" type="pres">
      <dgm:prSet presAssocID="{F0FA1EB4-8D8D-470D-B8FC-3C72C1066D2E}" presName="spaceRect" presStyleCnt="0"/>
      <dgm:spPr/>
    </dgm:pt>
    <dgm:pt modelId="{ABCC609F-2F56-4911-B1D0-56724A46BB3F}" type="pres">
      <dgm:prSet presAssocID="{F0FA1EB4-8D8D-470D-B8FC-3C72C1066D2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B470A16-4E6D-438F-83FE-D2DB190B2933}" type="presOf" srcId="{F0FA1EB4-8D8D-470D-B8FC-3C72C1066D2E}" destId="{ABCC609F-2F56-4911-B1D0-56724A46BB3F}" srcOrd="0" destOrd="0" presId="urn:microsoft.com/office/officeart/2018/2/layout/IconVerticalSolidList"/>
    <dgm:cxn modelId="{8BE53E30-A52D-4368-89E6-B8DBA4BC5B3D}" type="presOf" srcId="{D40CD022-10C0-44EA-B81B-6239EC72D2D1}" destId="{DA479A06-5BB3-4C46-92B5-B4E886314977}" srcOrd="0" destOrd="0" presId="urn:microsoft.com/office/officeart/2018/2/layout/IconVerticalSolidList"/>
    <dgm:cxn modelId="{4D07A73A-FB90-4C0E-B3EB-354C7BE2EAB1}" type="presOf" srcId="{34CD8FFB-1E63-49DE-9AD5-DC68649E9F4F}" destId="{2E555674-99B0-48B1-A77B-D4AE0DC64FF2}" srcOrd="0" destOrd="0" presId="urn:microsoft.com/office/officeart/2018/2/layout/IconVerticalSolidList"/>
    <dgm:cxn modelId="{22E4385A-44D0-417D-994E-5AB196D4653E}" type="presOf" srcId="{77F0253E-B47E-4262-80CD-3053BE80E50F}" destId="{7E6BFCB7-AD7A-43DF-BFFD-721A22B35405}" srcOrd="0" destOrd="0" presId="urn:microsoft.com/office/officeart/2018/2/layout/IconVerticalSolidList"/>
    <dgm:cxn modelId="{BACF5E6E-B6D2-44DD-AB28-54C2B720EEB2}" srcId="{77F0253E-B47E-4262-80CD-3053BE80E50F}" destId="{F0FA1EB4-8D8D-470D-B8FC-3C72C1066D2E}" srcOrd="2" destOrd="0" parTransId="{1ABD3D5F-4EC6-4254-A0D2-1B7630E7EA66}" sibTransId="{EB519C75-C4B9-4165-8A3E-E96EECBE76F9}"/>
    <dgm:cxn modelId="{03CDDE8E-FCF3-44D2-A455-303C8833B4FE}" srcId="{77F0253E-B47E-4262-80CD-3053BE80E50F}" destId="{D40CD022-10C0-44EA-B81B-6239EC72D2D1}" srcOrd="1" destOrd="0" parTransId="{DEF787A7-9E3E-48C2-901E-6CAF035296E4}" sibTransId="{C4DBD8A2-455D-4D65-A72D-79610094FB83}"/>
    <dgm:cxn modelId="{DA4D2F9C-DAC8-4F64-9553-FEA32ECD7830}" srcId="{77F0253E-B47E-4262-80CD-3053BE80E50F}" destId="{34CD8FFB-1E63-49DE-9AD5-DC68649E9F4F}" srcOrd="0" destOrd="0" parTransId="{4C927DDD-4F2D-4CCB-9BF6-94DE65899C03}" sibTransId="{4AA2664B-B836-4338-B606-DA4A8A293A6D}"/>
    <dgm:cxn modelId="{892B52DA-652D-4DE3-9B38-CF4EEB4A0378}" type="presParOf" srcId="{7E6BFCB7-AD7A-43DF-BFFD-721A22B35405}" destId="{68D516D3-C4BA-40DB-B017-2E3A1F3F90A5}" srcOrd="0" destOrd="0" presId="urn:microsoft.com/office/officeart/2018/2/layout/IconVerticalSolidList"/>
    <dgm:cxn modelId="{C1168FDF-2B05-4FC6-AFC3-C64BD51626B4}" type="presParOf" srcId="{68D516D3-C4BA-40DB-B017-2E3A1F3F90A5}" destId="{C606CF70-67B2-4A4C-ACA9-859C5EC60405}" srcOrd="0" destOrd="0" presId="urn:microsoft.com/office/officeart/2018/2/layout/IconVerticalSolidList"/>
    <dgm:cxn modelId="{041C39A6-C8FF-477C-8C6F-7759F1B8DCF8}" type="presParOf" srcId="{68D516D3-C4BA-40DB-B017-2E3A1F3F90A5}" destId="{116FED01-D0B5-419F-B001-299A6BC97D63}" srcOrd="1" destOrd="0" presId="urn:microsoft.com/office/officeart/2018/2/layout/IconVerticalSolidList"/>
    <dgm:cxn modelId="{6361A6C6-CB85-49AF-819E-84144317DA25}" type="presParOf" srcId="{68D516D3-C4BA-40DB-B017-2E3A1F3F90A5}" destId="{763D7C0C-6EEB-4C26-91A0-68B781CF9950}" srcOrd="2" destOrd="0" presId="urn:microsoft.com/office/officeart/2018/2/layout/IconVerticalSolidList"/>
    <dgm:cxn modelId="{4E2F2255-3C64-4846-8FC0-14C788AE72D5}" type="presParOf" srcId="{68D516D3-C4BA-40DB-B017-2E3A1F3F90A5}" destId="{2E555674-99B0-48B1-A77B-D4AE0DC64FF2}" srcOrd="3" destOrd="0" presId="urn:microsoft.com/office/officeart/2018/2/layout/IconVerticalSolidList"/>
    <dgm:cxn modelId="{74DBFF74-1856-4DC3-937C-CDCFF17276D1}" type="presParOf" srcId="{7E6BFCB7-AD7A-43DF-BFFD-721A22B35405}" destId="{277E3E56-D015-41EA-84E0-58CB32EF36C3}" srcOrd="1" destOrd="0" presId="urn:microsoft.com/office/officeart/2018/2/layout/IconVerticalSolidList"/>
    <dgm:cxn modelId="{F29A9D50-1C5C-4127-9E43-76AEAB58D6CE}" type="presParOf" srcId="{7E6BFCB7-AD7A-43DF-BFFD-721A22B35405}" destId="{3149C0D5-A641-4420-878F-3A80761F3895}" srcOrd="2" destOrd="0" presId="urn:microsoft.com/office/officeart/2018/2/layout/IconVerticalSolidList"/>
    <dgm:cxn modelId="{B1792C78-5AC0-42EF-8D01-276C46C9614D}" type="presParOf" srcId="{3149C0D5-A641-4420-878F-3A80761F3895}" destId="{5D995564-4B76-4660-83FF-525CF94C9F3E}" srcOrd="0" destOrd="0" presId="urn:microsoft.com/office/officeart/2018/2/layout/IconVerticalSolidList"/>
    <dgm:cxn modelId="{2363FEB9-A0FA-4B65-AD2C-6A0FA3D22414}" type="presParOf" srcId="{3149C0D5-A641-4420-878F-3A80761F3895}" destId="{1A1E7380-B14C-459D-94F7-0DBBEAF24527}" srcOrd="1" destOrd="0" presId="urn:microsoft.com/office/officeart/2018/2/layout/IconVerticalSolidList"/>
    <dgm:cxn modelId="{8CDD261D-935A-4539-8C7E-C9E8B34A15B3}" type="presParOf" srcId="{3149C0D5-A641-4420-878F-3A80761F3895}" destId="{58B1B55A-BDE6-48A4-9F83-F264563B02DA}" srcOrd="2" destOrd="0" presId="urn:microsoft.com/office/officeart/2018/2/layout/IconVerticalSolidList"/>
    <dgm:cxn modelId="{02888019-70C7-4D27-9823-2CC24F19A112}" type="presParOf" srcId="{3149C0D5-A641-4420-878F-3A80761F3895}" destId="{DA479A06-5BB3-4C46-92B5-B4E886314977}" srcOrd="3" destOrd="0" presId="urn:microsoft.com/office/officeart/2018/2/layout/IconVerticalSolidList"/>
    <dgm:cxn modelId="{C0A73677-695F-47B2-8999-B3932BE69A68}" type="presParOf" srcId="{7E6BFCB7-AD7A-43DF-BFFD-721A22B35405}" destId="{4E434560-B8AE-42CC-9DA3-711C6D2AC479}" srcOrd="3" destOrd="0" presId="urn:microsoft.com/office/officeart/2018/2/layout/IconVerticalSolidList"/>
    <dgm:cxn modelId="{7E9D49CD-F3A8-4FC8-8FC2-4EF9798BB0CA}" type="presParOf" srcId="{7E6BFCB7-AD7A-43DF-BFFD-721A22B35405}" destId="{71B31297-0A6D-4269-A3DB-B12E0B30BC48}" srcOrd="4" destOrd="0" presId="urn:microsoft.com/office/officeart/2018/2/layout/IconVerticalSolidList"/>
    <dgm:cxn modelId="{907807A6-CC4D-44CF-B386-4FB47B736BD3}" type="presParOf" srcId="{71B31297-0A6D-4269-A3DB-B12E0B30BC48}" destId="{74FEED01-0497-4D3A-A57C-0160786A98B5}" srcOrd="0" destOrd="0" presId="urn:microsoft.com/office/officeart/2018/2/layout/IconVerticalSolidList"/>
    <dgm:cxn modelId="{30375BE3-5F40-4B4B-B4AA-7E049BDB543A}" type="presParOf" srcId="{71B31297-0A6D-4269-A3DB-B12E0B30BC48}" destId="{7FD03F92-3C3E-4000-86AC-B16BECFC0A88}" srcOrd="1" destOrd="0" presId="urn:microsoft.com/office/officeart/2018/2/layout/IconVerticalSolidList"/>
    <dgm:cxn modelId="{319437F3-3E32-4512-A21E-9CC6456C08F1}" type="presParOf" srcId="{71B31297-0A6D-4269-A3DB-B12E0B30BC48}" destId="{C36418AF-124A-46C4-9691-F03D67D0CC38}" srcOrd="2" destOrd="0" presId="urn:microsoft.com/office/officeart/2018/2/layout/IconVerticalSolidList"/>
    <dgm:cxn modelId="{59119880-5AE3-473E-9455-934221DF7372}" type="presParOf" srcId="{71B31297-0A6D-4269-A3DB-B12E0B30BC48}" destId="{ABCC609F-2F56-4911-B1D0-56724A46BB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949CFF-10C8-4C4D-8E3A-9738C505C33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22D62CF-3EF0-4B96-BB5C-A6773971C673}">
      <dgm:prSet/>
      <dgm:spPr/>
      <dgm:t>
        <a:bodyPr/>
        <a:lstStyle/>
        <a:p>
          <a:r>
            <a:rPr lang="en-US" b="1"/>
            <a:t>Scaling:</a:t>
          </a:r>
          <a:r>
            <a:rPr lang="en-US"/>
            <a:t> Serverless auto; VPS = you design autoscale (or scale manually).</a:t>
          </a:r>
        </a:p>
      </dgm:t>
    </dgm:pt>
    <dgm:pt modelId="{427DAC99-2814-4236-854D-6E65C1B7710B}" type="parTrans" cxnId="{4D37F876-404D-4915-AA9A-70BD1E09379F}">
      <dgm:prSet/>
      <dgm:spPr/>
      <dgm:t>
        <a:bodyPr/>
        <a:lstStyle/>
        <a:p>
          <a:endParaRPr lang="en-US"/>
        </a:p>
      </dgm:t>
    </dgm:pt>
    <dgm:pt modelId="{0CA90B09-7874-47C1-B9C2-40DA398D4A1D}" type="sibTrans" cxnId="{4D37F876-404D-4915-AA9A-70BD1E09379F}">
      <dgm:prSet/>
      <dgm:spPr/>
      <dgm:t>
        <a:bodyPr/>
        <a:lstStyle/>
        <a:p>
          <a:endParaRPr lang="en-US"/>
        </a:p>
      </dgm:t>
    </dgm:pt>
    <dgm:pt modelId="{85281735-5600-46D3-9AF3-214E114C331C}">
      <dgm:prSet/>
      <dgm:spPr/>
      <dgm:t>
        <a:bodyPr/>
        <a:lstStyle/>
        <a:p>
          <a:r>
            <a:rPr lang="en-US" b="1"/>
            <a:t>Latency:</a:t>
          </a:r>
          <a:r>
            <a:rPr lang="en-US"/>
            <a:t> Serverless may have cold starts; VPS is warm but you manage capacity.  </a:t>
          </a:r>
        </a:p>
      </dgm:t>
    </dgm:pt>
    <dgm:pt modelId="{6C7D2E2E-434C-4118-862C-B98B583482FF}" type="parTrans" cxnId="{D19F4642-2F5E-4594-B0A6-B5E8BB8AF4CD}">
      <dgm:prSet/>
      <dgm:spPr/>
      <dgm:t>
        <a:bodyPr/>
        <a:lstStyle/>
        <a:p>
          <a:endParaRPr lang="en-US"/>
        </a:p>
      </dgm:t>
    </dgm:pt>
    <dgm:pt modelId="{3C897B8B-F9AB-450F-A264-E9709AF50D10}" type="sibTrans" cxnId="{D19F4642-2F5E-4594-B0A6-B5E8BB8AF4CD}">
      <dgm:prSet/>
      <dgm:spPr/>
      <dgm:t>
        <a:bodyPr/>
        <a:lstStyle/>
        <a:p>
          <a:endParaRPr lang="en-US"/>
        </a:p>
      </dgm:t>
    </dgm:pt>
    <dgm:pt modelId="{9C62D963-3785-4518-946E-2BB7D5AD9C97}">
      <dgm:prSet/>
      <dgm:spPr/>
      <dgm:t>
        <a:bodyPr/>
        <a:lstStyle/>
        <a:p>
          <a:r>
            <a:rPr lang="en-US" b="1"/>
            <a:t>Control:</a:t>
          </a:r>
          <a:r>
            <a:rPr lang="en-US"/>
            <a:t> Serverless sandboxed; VPS full root control (kernels, agents).</a:t>
          </a:r>
        </a:p>
      </dgm:t>
    </dgm:pt>
    <dgm:pt modelId="{284A3FAC-48AE-4C4F-8540-1EFD3BCE5BC7}" type="parTrans" cxnId="{14AA3902-1ED5-4229-A638-5C33ED31AC1D}">
      <dgm:prSet/>
      <dgm:spPr/>
      <dgm:t>
        <a:bodyPr/>
        <a:lstStyle/>
        <a:p>
          <a:endParaRPr lang="en-US"/>
        </a:p>
      </dgm:t>
    </dgm:pt>
    <dgm:pt modelId="{E7289B19-7732-48F8-B440-B4BDF6A19843}" type="sibTrans" cxnId="{14AA3902-1ED5-4229-A638-5C33ED31AC1D}">
      <dgm:prSet/>
      <dgm:spPr/>
      <dgm:t>
        <a:bodyPr/>
        <a:lstStyle/>
        <a:p>
          <a:endParaRPr lang="en-US"/>
        </a:p>
      </dgm:t>
    </dgm:pt>
    <dgm:pt modelId="{7367B2FD-00B7-458F-97D0-4BC97BF5E45E}">
      <dgm:prSet/>
      <dgm:spPr/>
      <dgm:t>
        <a:bodyPr/>
        <a:lstStyle/>
        <a:p>
          <a:r>
            <a:rPr lang="en-US" b="1"/>
            <a:t>Security posture:</a:t>
          </a:r>
          <a:r>
            <a:rPr lang="en-US"/>
            <a:t> Serverless shares more infra but is managed; VPS requires you to patch, firewall, rotate keys.  </a:t>
          </a:r>
        </a:p>
      </dgm:t>
    </dgm:pt>
    <dgm:pt modelId="{F0FBCE05-A2FD-4690-813F-4B545E9020C9}" type="parTrans" cxnId="{CD5AD83A-F5E5-483F-A0C3-DB78AE915A90}">
      <dgm:prSet/>
      <dgm:spPr/>
      <dgm:t>
        <a:bodyPr/>
        <a:lstStyle/>
        <a:p>
          <a:endParaRPr lang="en-US"/>
        </a:p>
      </dgm:t>
    </dgm:pt>
    <dgm:pt modelId="{3A5B4D8F-718C-43C2-89A9-34896CE3639E}" type="sibTrans" cxnId="{CD5AD83A-F5E5-483F-A0C3-DB78AE915A90}">
      <dgm:prSet/>
      <dgm:spPr/>
      <dgm:t>
        <a:bodyPr/>
        <a:lstStyle/>
        <a:p>
          <a:endParaRPr lang="en-US"/>
        </a:p>
      </dgm:t>
    </dgm:pt>
    <dgm:pt modelId="{7F62C66B-4BC0-405F-AAF0-816F1B9FBAEC}">
      <dgm:prSet/>
      <dgm:spPr/>
      <dgm:t>
        <a:bodyPr/>
        <a:lstStyle/>
        <a:p>
          <a:r>
            <a:rPr lang="en-US" b="1"/>
            <a:t>Cost:</a:t>
          </a:r>
          <a:r>
            <a:rPr lang="en-US"/>
            <a:t> Serverless shines for spiky/low traffic; VPS often wins for steady loads or special workloads.</a:t>
          </a:r>
        </a:p>
      </dgm:t>
    </dgm:pt>
    <dgm:pt modelId="{AB4AAC26-4DF2-4C99-98B8-3ED88F7EF6F6}" type="parTrans" cxnId="{C2689CD6-E6A1-479D-B540-1B8FBDD77AC6}">
      <dgm:prSet/>
      <dgm:spPr/>
      <dgm:t>
        <a:bodyPr/>
        <a:lstStyle/>
        <a:p>
          <a:endParaRPr lang="en-US"/>
        </a:p>
      </dgm:t>
    </dgm:pt>
    <dgm:pt modelId="{6D66B2E0-60E7-4964-8295-EFC355753CB8}" type="sibTrans" cxnId="{C2689CD6-E6A1-479D-B540-1B8FBDD77AC6}">
      <dgm:prSet/>
      <dgm:spPr/>
      <dgm:t>
        <a:bodyPr/>
        <a:lstStyle/>
        <a:p>
          <a:endParaRPr lang="en-US"/>
        </a:p>
      </dgm:t>
    </dgm:pt>
    <dgm:pt modelId="{B960DC69-623C-3E41-B8DC-C837A84C0E90}" type="pres">
      <dgm:prSet presAssocID="{9E949CFF-10C8-4C4D-8E3A-9738C505C333}" presName="vert0" presStyleCnt="0">
        <dgm:presLayoutVars>
          <dgm:dir/>
          <dgm:animOne val="branch"/>
          <dgm:animLvl val="lvl"/>
        </dgm:presLayoutVars>
      </dgm:prSet>
      <dgm:spPr/>
    </dgm:pt>
    <dgm:pt modelId="{E639E181-636D-B04D-9863-58E01BE9335B}" type="pres">
      <dgm:prSet presAssocID="{C22D62CF-3EF0-4B96-BB5C-A6773971C673}" presName="thickLine" presStyleLbl="alignNode1" presStyleIdx="0" presStyleCnt="5"/>
      <dgm:spPr/>
    </dgm:pt>
    <dgm:pt modelId="{28C887F7-25C6-3F4B-8B47-60A61011FD87}" type="pres">
      <dgm:prSet presAssocID="{C22D62CF-3EF0-4B96-BB5C-A6773971C673}" presName="horz1" presStyleCnt="0"/>
      <dgm:spPr/>
    </dgm:pt>
    <dgm:pt modelId="{72E53AC0-F505-954B-98A8-0FEF819548E7}" type="pres">
      <dgm:prSet presAssocID="{C22D62CF-3EF0-4B96-BB5C-A6773971C673}" presName="tx1" presStyleLbl="revTx" presStyleIdx="0" presStyleCnt="5"/>
      <dgm:spPr/>
    </dgm:pt>
    <dgm:pt modelId="{52E2E16A-C9C7-2641-BDC8-5E32B9F10D1E}" type="pres">
      <dgm:prSet presAssocID="{C22D62CF-3EF0-4B96-BB5C-A6773971C673}" presName="vert1" presStyleCnt="0"/>
      <dgm:spPr/>
    </dgm:pt>
    <dgm:pt modelId="{660FD746-0C28-A744-92BA-3D9008C5CB9B}" type="pres">
      <dgm:prSet presAssocID="{85281735-5600-46D3-9AF3-214E114C331C}" presName="thickLine" presStyleLbl="alignNode1" presStyleIdx="1" presStyleCnt="5"/>
      <dgm:spPr/>
    </dgm:pt>
    <dgm:pt modelId="{0D2E782C-8C29-ED40-97A1-AC457F6BA104}" type="pres">
      <dgm:prSet presAssocID="{85281735-5600-46D3-9AF3-214E114C331C}" presName="horz1" presStyleCnt="0"/>
      <dgm:spPr/>
    </dgm:pt>
    <dgm:pt modelId="{0EBFB6AB-12A4-E249-A58C-902653B437F1}" type="pres">
      <dgm:prSet presAssocID="{85281735-5600-46D3-9AF3-214E114C331C}" presName="tx1" presStyleLbl="revTx" presStyleIdx="1" presStyleCnt="5"/>
      <dgm:spPr/>
    </dgm:pt>
    <dgm:pt modelId="{C96A7D09-3565-7B42-8A13-8EB9C2D481E6}" type="pres">
      <dgm:prSet presAssocID="{85281735-5600-46D3-9AF3-214E114C331C}" presName="vert1" presStyleCnt="0"/>
      <dgm:spPr/>
    </dgm:pt>
    <dgm:pt modelId="{AFBA4AF0-F023-3648-AC9C-A4C9F8BABD15}" type="pres">
      <dgm:prSet presAssocID="{9C62D963-3785-4518-946E-2BB7D5AD9C97}" presName="thickLine" presStyleLbl="alignNode1" presStyleIdx="2" presStyleCnt="5"/>
      <dgm:spPr/>
    </dgm:pt>
    <dgm:pt modelId="{876BF50C-3D2D-624D-A882-45B9A0872BCF}" type="pres">
      <dgm:prSet presAssocID="{9C62D963-3785-4518-946E-2BB7D5AD9C97}" presName="horz1" presStyleCnt="0"/>
      <dgm:spPr/>
    </dgm:pt>
    <dgm:pt modelId="{6163DB66-A624-9746-8550-F73C30CAC695}" type="pres">
      <dgm:prSet presAssocID="{9C62D963-3785-4518-946E-2BB7D5AD9C97}" presName="tx1" presStyleLbl="revTx" presStyleIdx="2" presStyleCnt="5"/>
      <dgm:spPr/>
    </dgm:pt>
    <dgm:pt modelId="{C01E8EFB-6BBE-1C41-AFFC-2116438DA24A}" type="pres">
      <dgm:prSet presAssocID="{9C62D963-3785-4518-946E-2BB7D5AD9C97}" presName="vert1" presStyleCnt="0"/>
      <dgm:spPr/>
    </dgm:pt>
    <dgm:pt modelId="{35F44671-7693-3A48-A1A5-38370AF29096}" type="pres">
      <dgm:prSet presAssocID="{7367B2FD-00B7-458F-97D0-4BC97BF5E45E}" presName="thickLine" presStyleLbl="alignNode1" presStyleIdx="3" presStyleCnt="5"/>
      <dgm:spPr/>
    </dgm:pt>
    <dgm:pt modelId="{09762DAB-E1E0-0B4E-BED7-6B64C1379451}" type="pres">
      <dgm:prSet presAssocID="{7367B2FD-00B7-458F-97D0-4BC97BF5E45E}" presName="horz1" presStyleCnt="0"/>
      <dgm:spPr/>
    </dgm:pt>
    <dgm:pt modelId="{83DEEAE0-15A0-9D4C-B317-1F6EE0A31535}" type="pres">
      <dgm:prSet presAssocID="{7367B2FD-00B7-458F-97D0-4BC97BF5E45E}" presName="tx1" presStyleLbl="revTx" presStyleIdx="3" presStyleCnt="5"/>
      <dgm:spPr/>
    </dgm:pt>
    <dgm:pt modelId="{452E5934-701A-A449-B522-60DE35998187}" type="pres">
      <dgm:prSet presAssocID="{7367B2FD-00B7-458F-97D0-4BC97BF5E45E}" presName="vert1" presStyleCnt="0"/>
      <dgm:spPr/>
    </dgm:pt>
    <dgm:pt modelId="{DDA5FFF0-1130-8A45-8998-CF555BBE4BF2}" type="pres">
      <dgm:prSet presAssocID="{7F62C66B-4BC0-405F-AAF0-816F1B9FBAEC}" presName="thickLine" presStyleLbl="alignNode1" presStyleIdx="4" presStyleCnt="5"/>
      <dgm:spPr/>
    </dgm:pt>
    <dgm:pt modelId="{3AB0C0BE-D90A-4F47-A311-9B4EB4652010}" type="pres">
      <dgm:prSet presAssocID="{7F62C66B-4BC0-405F-AAF0-816F1B9FBAEC}" presName="horz1" presStyleCnt="0"/>
      <dgm:spPr/>
    </dgm:pt>
    <dgm:pt modelId="{DF85D13A-D1FD-8D4A-A3A2-EBA5E0EA629A}" type="pres">
      <dgm:prSet presAssocID="{7F62C66B-4BC0-405F-AAF0-816F1B9FBAEC}" presName="tx1" presStyleLbl="revTx" presStyleIdx="4" presStyleCnt="5"/>
      <dgm:spPr/>
    </dgm:pt>
    <dgm:pt modelId="{0A897157-FFB5-1B45-A16E-5ED1CC05E135}" type="pres">
      <dgm:prSet presAssocID="{7F62C66B-4BC0-405F-AAF0-816F1B9FBAEC}" presName="vert1" presStyleCnt="0"/>
      <dgm:spPr/>
    </dgm:pt>
  </dgm:ptLst>
  <dgm:cxnLst>
    <dgm:cxn modelId="{14AA3902-1ED5-4229-A638-5C33ED31AC1D}" srcId="{9E949CFF-10C8-4C4D-8E3A-9738C505C333}" destId="{9C62D963-3785-4518-946E-2BB7D5AD9C97}" srcOrd="2" destOrd="0" parTransId="{284A3FAC-48AE-4C4F-8540-1EFD3BCE5BC7}" sibTransId="{E7289B19-7732-48F8-B440-B4BDF6A19843}"/>
    <dgm:cxn modelId="{CD5AD83A-F5E5-483F-A0C3-DB78AE915A90}" srcId="{9E949CFF-10C8-4C4D-8E3A-9738C505C333}" destId="{7367B2FD-00B7-458F-97D0-4BC97BF5E45E}" srcOrd="3" destOrd="0" parTransId="{F0FBCE05-A2FD-4690-813F-4B545E9020C9}" sibTransId="{3A5B4D8F-718C-43C2-89A9-34896CE3639E}"/>
    <dgm:cxn modelId="{D19F4642-2F5E-4594-B0A6-B5E8BB8AF4CD}" srcId="{9E949CFF-10C8-4C4D-8E3A-9738C505C333}" destId="{85281735-5600-46D3-9AF3-214E114C331C}" srcOrd="1" destOrd="0" parTransId="{6C7D2E2E-434C-4118-862C-B98B583482FF}" sibTransId="{3C897B8B-F9AB-450F-A264-E9709AF50D10}"/>
    <dgm:cxn modelId="{46DF3B56-6453-374E-87F1-6903984DF55E}" type="presOf" srcId="{7F62C66B-4BC0-405F-AAF0-816F1B9FBAEC}" destId="{DF85D13A-D1FD-8D4A-A3A2-EBA5E0EA629A}" srcOrd="0" destOrd="0" presId="urn:microsoft.com/office/officeart/2008/layout/LinedList"/>
    <dgm:cxn modelId="{5C10D65C-0595-9B48-A5E1-C8E291B8A39E}" type="presOf" srcId="{9E949CFF-10C8-4C4D-8E3A-9738C505C333}" destId="{B960DC69-623C-3E41-B8DC-C837A84C0E90}" srcOrd="0" destOrd="0" presId="urn:microsoft.com/office/officeart/2008/layout/LinedList"/>
    <dgm:cxn modelId="{4D37F876-404D-4915-AA9A-70BD1E09379F}" srcId="{9E949CFF-10C8-4C4D-8E3A-9738C505C333}" destId="{C22D62CF-3EF0-4B96-BB5C-A6773971C673}" srcOrd="0" destOrd="0" parTransId="{427DAC99-2814-4236-854D-6E65C1B7710B}" sibTransId="{0CA90B09-7874-47C1-B9C2-40DA398D4A1D}"/>
    <dgm:cxn modelId="{2CEB8684-F2A2-254D-8071-190648CFC8C1}" type="presOf" srcId="{7367B2FD-00B7-458F-97D0-4BC97BF5E45E}" destId="{83DEEAE0-15A0-9D4C-B317-1F6EE0A31535}" srcOrd="0" destOrd="0" presId="urn:microsoft.com/office/officeart/2008/layout/LinedList"/>
    <dgm:cxn modelId="{E7A28F95-BF48-F347-88E5-1A38FF40ABCE}" type="presOf" srcId="{9C62D963-3785-4518-946E-2BB7D5AD9C97}" destId="{6163DB66-A624-9746-8550-F73C30CAC695}" srcOrd="0" destOrd="0" presId="urn:microsoft.com/office/officeart/2008/layout/LinedList"/>
    <dgm:cxn modelId="{8A0260A7-107A-F44D-A65A-A2293798644D}" type="presOf" srcId="{85281735-5600-46D3-9AF3-214E114C331C}" destId="{0EBFB6AB-12A4-E249-A58C-902653B437F1}" srcOrd="0" destOrd="0" presId="urn:microsoft.com/office/officeart/2008/layout/LinedList"/>
    <dgm:cxn modelId="{C2689CD6-E6A1-479D-B540-1B8FBDD77AC6}" srcId="{9E949CFF-10C8-4C4D-8E3A-9738C505C333}" destId="{7F62C66B-4BC0-405F-AAF0-816F1B9FBAEC}" srcOrd="4" destOrd="0" parTransId="{AB4AAC26-4DF2-4C99-98B8-3ED88F7EF6F6}" sibTransId="{6D66B2E0-60E7-4964-8295-EFC355753CB8}"/>
    <dgm:cxn modelId="{F6D55BDA-CBEF-F642-905D-62E606C9D92B}" type="presOf" srcId="{C22D62CF-3EF0-4B96-BB5C-A6773971C673}" destId="{72E53AC0-F505-954B-98A8-0FEF819548E7}" srcOrd="0" destOrd="0" presId="urn:microsoft.com/office/officeart/2008/layout/LinedList"/>
    <dgm:cxn modelId="{CBA5D478-1935-1C48-960A-D957F75744A7}" type="presParOf" srcId="{B960DC69-623C-3E41-B8DC-C837A84C0E90}" destId="{E639E181-636D-B04D-9863-58E01BE9335B}" srcOrd="0" destOrd="0" presId="urn:microsoft.com/office/officeart/2008/layout/LinedList"/>
    <dgm:cxn modelId="{0F28FA5D-4A7E-8D47-8005-1D973F220E16}" type="presParOf" srcId="{B960DC69-623C-3E41-B8DC-C837A84C0E90}" destId="{28C887F7-25C6-3F4B-8B47-60A61011FD87}" srcOrd="1" destOrd="0" presId="urn:microsoft.com/office/officeart/2008/layout/LinedList"/>
    <dgm:cxn modelId="{097D751C-C0DB-0F46-900D-AAB243BA90A9}" type="presParOf" srcId="{28C887F7-25C6-3F4B-8B47-60A61011FD87}" destId="{72E53AC0-F505-954B-98A8-0FEF819548E7}" srcOrd="0" destOrd="0" presId="urn:microsoft.com/office/officeart/2008/layout/LinedList"/>
    <dgm:cxn modelId="{0543CA49-83DB-224C-9EC3-9561620D7EB6}" type="presParOf" srcId="{28C887F7-25C6-3F4B-8B47-60A61011FD87}" destId="{52E2E16A-C9C7-2641-BDC8-5E32B9F10D1E}" srcOrd="1" destOrd="0" presId="urn:microsoft.com/office/officeart/2008/layout/LinedList"/>
    <dgm:cxn modelId="{EF6453CE-3568-E442-A639-CF18EB5C0D3B}" type="presParOf" srcId="{B960DC69-623C-3E41-B8DC-C837A84C0E90}" destId="{660FD746-0C28-A744-92BA-3D9008C5CB9B}" srcOrd="2" destOrd="0" presId="urn:microsoft.com/office/officeart/2008/layout/LinedList"/>
    <dgm:cxn modelId="{44D1CB50-1560-834E-A1C4-B6120E77FC4C}" type="presParOf" srcId="{B960DC69-623C-3E41-B8DC-C837A84C0E90}" destId="{0D2E782C-8C29-ED40-97A1-AC457F6BA104}" srcOrd="3" destOrd="0" presId="urn:microsoft.com/office/officeart/2008/layout/LinedList"/>
    <dgm:cxn modelId="{F306BE47-CAD2-124D-AA78-C781BF6510AB}" type="presParOf" srcId="{0D2E782C-8C29-ED40-97A1-AC457F6BA104}" destId="{0EBFB6AB-12A4-E249-A58C-902653B437F1}" srcOrd="0" destOrd="0" presId="urn:microsoft.com/office/officeart/2008/layout/LinedList"/>
    <dgm:cxn modelId="{3BB1DFF5-02BA-954F-8BEE-EAE0E4CFCAA9}" type="presParOf" srcId="{0D2E782C-8C29-ED40-97A1-AC457F6BA104}" destId="{C96A7D09-3565-7B42-8A13-8EB9C2D481E6}" srcOrd="1" destOrd="0" presId="urn:microsoft.com/office/officeart/2008/layout/LinedList"/>
    <dgm:cxn modelId="{9F01EC84-A6A8-4445-BBA4-402DDA11139E}" type="presParOf" srcId="{B960DC69-623C-3E41-B8DC-C837A84C0E90}" destId="{AFBA4AF0-F023-3648-AC9C-A4C9F8BABD15}" srcOrd="4" destOrd="0" presId="urn:microsoft.com/office/officeart/2008/layout/LinedList"/>
    <dgm:cxn modelId="{AE21E8BA-38F2-364B-B0B7-6FCB5289BED5}" type="presParOf" srcId="{B960DC69-623C-3E41-B8DC-C837A84C0E90}" destId="{876BF50C-3D2D-624D-A882-45B9A0872BCF}" srcOrd="5" destOrd="0" presId="urn:microsoft.com/office/officeart/2008/layout/LinedList"/>
    <dgm:cxn modelId="{BC9768DF-AD6C-2D41-9BD1-128E98DCA2C5}" type="presParOf" srcId="{876BF50C-3D2D-624D-A882-45B9A0872BCF}" destId="{6163DB66-A624-9746-8550-F73C30CAC695}" srcOrd="0" destOrd="0" presId="urn:microsoft.com/office/officeart/2008/layout/LinedList"/>
    <dgm:cxn modelId="{57982191-4009-5A43-91E0-D38AA658E1BB}" type="presParOf" srcId="{876BF50C-3D2D-624D-A882-45B9A0872BCF}" destId="{C01E8EFB-6BBE-1C41-AFFC-2116438DA24A}" srcOrd="1" destOrd="0" presId="urn:microsoft.com/office/officeart/2008/layout/LinedList"/>
    <dgm:cxn modelId="{4CBBCA46-1F59-854F-80AE-215EB51552A7}" type="presParOf" srcId="{B960DC69-623C-3E41-B8DC-C837A84C0E90}" destId="{35F44671-7693-3A48-A1A5-38370AF29096}" srcOrd="6" destOrd="0" presId="urn:microsoft.com/office/officeart/2008/layout/LinedList"/>
    <dgm:cxn modelId="{E4E5D1A9-9B86-CD44-A66D-66122BFEE004}" type="presParOf" srcId="{B960DC69-623C-3E41-B8DC-C837A84C0E90}" destId="{09762DAB-E1E0-0B4E-BED7-6B64C1379451}" srcOrd="7" destOrd="0" presId="urn:microsoft.com/office/officeart/2008/layout/LinedList"/>
    <dgm:cxn modelId="{7A45739A-ECBE-6B4D-AB1A-4DE245C82B7F}" type="presParOf" srcId="{09762DAB-E1E0-0B4E-BED7-6B64C1379451}" destId="{83DEEAE0-15A0-9D4C-B317-1F6EE0A31535}" srcOrd="0" destOrd="0" presId="urn:microsoft.com/office/officeart/2008/layout/LinedList"/>
    <dgm:cxn modelId="{422CFE61-4F9A-6E4F-9BCA-AB145BF39CEE}" type="presParOf" srcId="{09762DAB-E1E0-0B4E-BED7-6B64C1379451}" destId="{452E5934-701A-A449-B522-60DE35998187}" srcOrd="1" destOrd="0" presId="urn:microsoft.com/office/officeart/2008/layout/LinedList"/>
    <dgm:cxn modelId="{7644AC05-5A9E-4645-81FE-2A990694E682}" type="presParOf" srcId="{B960DC69-623C-3E41-B8DC-C837A84C0E90}" destId="{DDA5FFF0-1130-8A45-8998-CF555BBE4BF2}" srcOrd="8" destOrd="0" presId="urn:microsoft.com/office/officeart/2008/layout/LinedList"/>
    <dgm:cxn modelId="{D0CB8DAD-A197-CA4D-8F28-174AF0A80B0B}" type="presParOf" srcId="{B960DC69-623C-3E41-B8DC-C837A84C0E90}" destId="{3AB0C0BE-D90A-4F47-A311-9B4EB4652010}" srcOrd="9" destOrd="0" presId="urn:microsoft.com/office/officeart/2008/layout/LinedList"/>
    <dgm:cxn modelId="{D2CE4840-8BA5-D447-93EE-6CAE29967DB4}" type="presParOf" srcId="{3AB0C0BE-D90A-4F47-A311-9B4EB4652010}" destId="{DF85D13A-D1FD-8D4A-A3A2-EBA5E0EA629A}" srcOrd="0" destOrd="0" presId="urn:microsoft.com/office/officeart/2008/layout/LinedList"/>
    <dgm:cxn modelId="{A54AEEA4-0DE2-0A47-BC5F-1F178DD48CAE}" type="presParOf" srcId="{3AB0C0BE-D90A-4F47-A311-9B4EB4652010}" destId="{0A897157-FFB5-1B45-A16E-5ED1CC05E13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80AFFA-1CDA-4F07-B5FD-3023844001DF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785E5CE-91AA-434B-8F80-55855E0C666E}">
      <dgm:prSet/>
      <dgm:spPr/>
      <dgm:t>
        <a:bodyPr/>
        <a:lstStyle/>
        <a:p>
          <a:r>
            <a:rPr lang="en-US"/>
            <a:t>Move</a:t>
          </a:r>
        </a:p>
      </dgm:t>
    </dgm:pt>
    <dgm:pt modelId="{2BA579D2-D51F-4C51-B112-3FC85D498BDB}" type="parTrans" cxnId="{E9548A61-5A55-4F6B-8FF9-9F942BBD68ED}">
      <dgm:prSet/>
      <dgm:spPr/>
      <dgm:t>
        <a:bodyPr/>
        <a:lstStyle/>
        <a:p>
          <a:endParaRPr lang="en-US"/>
        </a:p>
      </dgm:t>
    </dgm:pt>
    <dgm:pt modelId="{133517C0-54C2-4941-8314-4F450B237551}" type="sibTrans" cxnId="{E9548A61-5A55-4F6B-8FF9-9F942BBD68ED}">
      <dgm:prSet/>
      <dgm:spPr/>
      <dgm:t>
        <a:bodyPr/>
        <a:lstStyle/>
        <a:p>
          <a:endParaRPr lang="en-US"/>
        </a:p>
      </dgm:t>
    </dgm:pt>
    <dgm:pt modelId="{2F195744-0D88-4425-A02C-CC0856012D90}">
      <dgm:prSet/>
      <dgm:spPr/>
      <dgm:t>
        <a:bodyPr/>
        <a:lstStyle/>
        <a:p>
          <a:r>
            <a:rPr lang="en-US"/>
            <a:t>Warm-path init: Move SDK clients/DB pools to global scope to allow reuse across invocations. Google Cloud+1</a:t>
          </a:r>
        </a:p>
      </dgm:t>
    </dgm:pt>
    <dgm:pt modelId="{85E794DF-FA72-4C9F-B034-696B6AA11D47}" type="parTrans" cxnId="{0028B848-4467-4636-966B-9887456D5211}">
      <dgm:prSet/>
      <dgm:spPr/>
      <dgm:t>
        <a:bodyPr/>
        <a:lstStyle/>
        <a:p>
          <a:endParaRPr lang="en-US"/>
        </a:p>
      </dgm:t>
    </dgm:pt>
    <dgm:pt modelId="{C10A2FA9-ED5F-4B93-8CC0-BA457E7A197B}" type="sibTrans" cxnId="{0028B848-4467-4636-966B-9887456D5211}">
      <dgm:prSet/>
      <dgm:spPr/>
      <dgm:t>
        <a:bodyPr/>
        <a:lstStyle/>
        <a:p>
          <a:endParaRPr lang="en-US"/>
        </a:p>
      </dgm:t>
    </dgm:pt>
    <dgm:pt modelId="{7B0451A4-83D4-4657-95F4-924C2B04CB5D}">
      <dgm:prSet/>
      <dgm:spPr/>
      <dgm:t>
        <a:bodyPr/>
        <a:lstStyle/>
        <a:p>
          <a:r>
            <a:rPr lang="en-US"/>
            <a:t>Start</a:t>
          </a:r>
        </a:p>
      </dgm:t>
    </dgm:pt>
    <dgm:pt modelId="{E9A4B8EC-6154-46AC-9F69-B787F2A48814}" type="parTrans" cxnId="{B49B13FE-7E3F-49AA-87DE-3520D426D502}">
      <dgm:prSet/>
      <dgm:spPr/>
      <dgm:t>
        <a:bodyPr/>
        <a:lstStyle/>
        <a:p>
          <a:endParaRPr lang="en-US"/>
        </a:p>
      </dgm:t>
    </dgm:pt>
    <dgm:pt modelId="{6C685C52-60DF-43DA-B10F-D2FFF262BAAE}" type="sibTrans" cxnId="{B49B13FE-7E3F-49AA-87DE-3520D426D502}">
      <dgm:prSet/>
      <dgm:spPr/>
      <dgm:t>
        <a:bodyPr/>
        <a:lstStyle/>
        <a:p>
          <a:endParaRPr lang="en-US"/>
        </a:p>
      </dgm:t>
    </dgm:pt>
    <dgm:pt modelId="{2B2FDFD8-47FA-48E4-B5D2-55D2C69BFB40}">
      <dgm:prSet/>
      <dgm:spPr/>
      <dgm:t>
        <a:bodyPr/>
        <a:lstStyle/>
        <a:p>
          <a:r>
            <a:rPr lang="en-US"/>
            <a:t>Cold start hygiene: Trim dependencies; lazy-load rarely used modules; consider min instances/provisioned concurrency for latency-sensitive endpoints. Google Cloud Documentation+2Firebase+2</a:t>
          </a:r>
        </a:p>
      </dgm:t>
    </dgm:pt>
    <dgm:pt modelId="{6A156EA2-3657-4C37-9AEC-F3C8308DB6E9}" type="parTrans" cxnId="{CE31ACA0-70F5-4F4B-BB16-F87EF0057A28}">
      <dgm:prSet/>
      <dgm:spPr/>
      <dgm:t>
        <a:bodyPr/>
        <a:lstStyle/>
        <a:p>
          <a:endParaRPr lang="en-US"/>
        </a:p>
      </dgm:t>
    </dgm:pt>
    <dgm:pt modelId="{85F676D7-1439-4693-B6E1-F7EAF0E5C9D2}" type="sibTrans" cxnId="{CE31ACA0-70F5-4F4B-BB16-F87EF0057A28}">
      <dgm:prSet/>
      <dgm:spPr/>
      <dgm:t>
        <a:bodyPr/>
        <a:lstStyle/>
        <a:p>
          <a:endParaRPr lang="en-US"/>
        </a:p>
      </dgm:t>
    </dgm:pt>
    <dgm:pt modelId="{8E3AB05D-0887-4A16-A114-6F66BB93D2E2}">
      <dgm:prSet/>
      <dgm:spPr/>
      <dgm:t>
        <a:bodyPr/>
        <a:lstStyle/>
        <a:p>
          <a:r>
            <a:rPr lang="en-US"/>
            <a:t>Prefer</a:t>
          </a:r>
        </a:p>
      </dgm:t>
    </dgm:pt>
    <dgm:pt modelId="{BAE80CF4-CC25-4EDE-B00D-6722F4393328}" type="parTrans" cxnId="{1EEF5709-D7C0-413D-B471-D1A5A1A73AF8}">
      <dgm:prSet/>
      <dgm:spPr/>
      <dgm:t>
        <a:bodyPr/>
        <a:lstStyle/>
        <a:p>
          <a:endParaRPr lang="en-US"/>
        </a:p>
      </dgm:t>
    </dgm:pt>
    <dgm:pt modelId="{556F2AD2-5ECA-4594-A80F-F79CAC6A42C6}" type="sibTrans" cxnId="{1EEF5709-D7C0-413D-B471-D1A5A1A73AF8}">
      <dgm:prSet/>
      <dgm:spPr/>
      <dgm:t>
        <a:bodyPr/>
        <a:lstStyle/>
        <a:p>
          <a:endParaRPr lang="en-US"/>
        </a:p>
      </dgm:t>
    </dgm:pt>
    <dgm:pt modelId="{3BF71027-8DAD-4DA8-BB12-42ACCE264432}">
      <dgm:prSet/>
      <dgm:spPr/>
      <dgm:t>
        <a:bodyPr/>
        <a:lstStyle/>
        <a:p>
          <a:r>
            <a:rPr lang="en-US"/>
            <a:t>Connections: Prefer HTTP keep-alive; reuse clients; understand concurrency scaling (each concurrent request → separate runtime slot). AWS Documentation+1</a:t>
          </a:r>
        </a:p>
      </dgm:t>
    </dgm:pt>
    <dgm:pt modelId="{7B1E05C0-530C-4A99-92F3-AE1ABA331CBF}" type="parTrans" cxnId="{01314401-9134-49FE-BBB8-5544A8078609}">
      <dgm:prSet/>
      <dgm:spPr/>
      <dgm:t>
        <a:bodyPr/>
        <a:lstStyle/>
        <a:p>
          <a:endParaRPr lang="en-US"/>
        </a:p>
      </dgm:t>
    </dgm:pt>
    <dgm:pt modelId="{51F2B90D-D164-4150-A7F8-F6449BF2749E}" type="sibTrans" cxnId="{01314401-9134-49FE-BBB8-5544A8078609}">
      <dgm:prSet/>
      <dgm:spPr/>
      <dgm:t>
        <a:bodyPr/>
        <a:lstStyle/>
        <a:p>
          <a:endParaRPr lang="en-US"/>
        </a:p>
      </dgm:t>
    </dgm:pt>
    <dgm:pt modelId="{0FAFAAB5-CA27-4CE2-811E-0E3A602D7F64}">
      <dgm:prSet/>
      <dgm:spPr/>
      <dgm:t>
        <a:bodyPr/>
        <a:lstStyle/>
        <a:p>
          <a:r>
            <a:rPr lang="en-US"/>
            <a:t>Time</a:t>
          </a:r>
        </a:p>
      </dgm:t>
    </dgm:pt>
    <dgm:pt modelId="{1DA49A81-AE9E-4677-9B54-A4E7715BAEDA}" type="parTrans" cxnId="{20248528-F7DD-4DBF-ABD0-550A000436F2}">
      <dgm:prSet/>
      <dgm:spPr/>
      <dgm:t>
        <a:bodyPr/>
        <a:lstStyle/>
        <a:p>
          <a:endParaRPr lang="en-US"/>
        </a:p>
      </dgm:t>
    </dgm:pt>
    <dgm:pt modelId="{3C94006F-B01D-45A9-A0CB-C42E20702D05}" type="sibTrans" cxnId="{20248528-F7DD-4DBF-ABD0-550A000436F2}">
      <dgm:prSet/>
      <dgm:spPr/>
      <dgm:t>
        <a:bodyPr/>
        <a:lstStyle/>
        <a:p>
          <a:endParaRPr lang="en-US"/>
        </a:p>
      </dgm:t>
    </dgm:pt>
    <dgm:pt modelId="{D429C4D7-FCA6-40E3-8834-7F333A60BCB6}">
      <dgm:prSet/>
      <dgm:spPr/>
      <dgm:t>
        <a:bodyPr/>
        <a:lstStyle/>
        <a:p>
          <a:r>
            <a:rPr lang="en-US"/>
            <a:t>Time limits &amp; idempotency: Design handlers to be idempotent where possible to allow safe retries.</a:t>
          </a:r>
        </a:p>
      </dgm:t>
    </dgm:pt>
    <dgm:pt modelId="{415879DE-436F-427F-BCEA-D8A9E9C2F239}" type="parTrans" cxnId="{724066FE-C1D3-4646-9BA3-7DEAE4D0219F}">
      <dgm:prSet/>
      <dgm:spPr/>
      <dgm:t>
        <a:bodyPr/>
        <a:lstStyle/>
        <a:p>
          <a:endParaRPr lang="en-US"/>
        </a:p>
      </dgm:t>
    </dgm:pt>
    <dgm:pt modelId="{DCEAF631-D87E-4B2C-802C-F661317FD28F}" type="sibTrans" cxnId="{724066FE-C1D3-4646-9BA3-7DEAE4D0219F}">
      <dgm:prSet/>
      <dgm:spPr/>
      <dgm:t>
        <a:bodyPr/>
        <a:lstStyle/>
        <a:p>
          <a:endParaRPr lang="en-US"/>
        </a:p>
      </dgm:t>
    </dgm:pt>
    <dgm:pt modelId="{002C5510-8404-8144-B27B-C121A9801AEA}" type="pres">
      <dgm:prSet presAssocID="{7E80AFFA-1CDA-4F07-B5FD-3023844001DF}" presName="Name0" presStyleCnt="0">
        <dgm:presLayoutVars>
          <dgm:dir/>
          <dgm:animLvl val="lvl"/>
          <dgm:resizeHandles val="exact"/>
        </dgm:presLayoutVars>
      </dgm:prSet>
      <dgm:spPr/>
    </dgm:pt>
    <dgm:pt modelId="{E39913F1-D5FF-0A44-B96F-5D5AD608746E}" type="pres">
      <dgm:prSet presAssocID="{C785E5CE-91AA-434B-8F80-55855E0C666E}" presName="linNode" presStyleCnt="0"/>
      <dgm:spPr/>
    </dgm:pt>
    <dgm:pt modelId="{EE459D2B-11F6-E746-BFFF-43D555F915E7}" type="pres">
      <dgm:prSet presAssocID="{C785E5CE-91AA-434B-8F80-55855E0C666E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FB8A0E42-B628-4343-8B2C-38A13580D766}" type="pres">
      <dgm:prSet presAssocID="{C785E5CE-91AA-434B-8F80-55855E0C666E}" presName="descendantText" presStyleLbl="alignAccFollowNode1" presStyleIdx="0" presStyleCnt="4">
        <dgm:presLayoutVars>
          <dgm:bulletEnabled/>
        </dgm:presLayoutVars>
      </dgm:prSet>
      <dgm:spPr/>
    </dgm:pt>
    <dgm:pt modelId="{B5E5C810-C1A4-204B-A990-795A8FB40B51}" type="pres">
      <dgm:prSet presAssocID="{133517C0-54C2-4941-8314-4F450B237551}" presName="sp" presStyleCnt="0"/>
      <dgm:spPr/>
    </dgm:pt>
    <dgm:pt modelId="{74B3A852-1DF3-CE4C-980D-9C9903555CE4}" type="pres">
      <dgm:prSet presAssocID="{7B0451A4-83D4-4657-95F4-924C2B04CB5D}" presName="linNode" presStyleCnt="0"/>
      <dgm:spPr/>
    </dgm:pt>
    <dgm:pt modelId="{BD764352-9E8B-5646-ACA0-AD64FC1E3351}" type="pres">
      <dgm:prSet presAssocID="{7B0451A4-83D4-4657-95F4-924C2B04CB5D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36DFB034-D207-F149-96B2-6D89DA5A9934}" type="pres">
      <dgm:prSet presAssocID="{7B0451A4-83D4-4657-95F4-924C2B04CB5D}" presName="descendantText" presStyleLbl="alignAccFollowNode1" presStyleIdx="1" presStyleCnt="4">
        <dgm:presLayoutVars>
          <dgm:bulletEnabled/>
        </dgm:presLayoutVars>
      </dgm:prSet>
      <dgm:spPr/>
    </dgm:pt>
    <dgm:pt modelId="{BE905AAC-59AF-8546-B6ED-FB2E8D765A04}" type="pres">
      <dgm:prSet presAssocID="{6C685C52-60DF-43DA-B10F-D2FFF262BAAE}" presName="sp" presStyleCnt="0"/>
      <dgm:spPr/>
    </dgm:pt>
    <dgm:pt modelId="{BC8EA5D8-0F0D-E848-B3C5-DEED9A3637BF}" type="pres">
      <dgm:prSet presAssocID="{8E3AB05D-0887-4A16-A114-6F66BB93D2E2}" presName="linNode" presStyleCnt="0"/>
      <dgm:spPr/>
    </dgm:pt>
    <dgm:pt modelId="{1826CF13-2659-D74D-A841-5FA557829A11}" type="pres">
      <dgm:prSet presAssocID="{8E3AB05D-0887-4A16-A114-6F66BB93D2E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391EA1F7-2CF6-904A-B9E6-5D1C09C18025}" type="pres">
      <dgm:prSet presAssocID="{8E3AB05D-0887-4A16-A114-6F66BB93D2E2}" presName="descendantText" presStyleLbl="alignAccFollowNode1" presStyleIdx="2" presStyleCnt="4">
        <dgm:presLayoutVars>
          <dgm:bulletEnabled/>
        </dgm:presLayoutVars>
      </dgm:prSet>
      <dgm:spPr/>
    </dgm:pt>
    <dgm:pt modelId="{87D1863A-DEF1-7C4E-BD41-034F8D91BE66}" type="pres">
      <dgm:prSet presAssocID="{556F2AD2-5ECA-4594-A80F-F79CAC6A42C6}" presName="sp" presStyleCnt="0"/>
      <dgm:spPr/>
    </dgm:pt>
    <dgm:pt modelId="{E2E52E79-5D58-F044-A614-06FFC1DD163D}" type="pres">
      <dgm:prSet presAssocID="{0FAFAAB5-CA27-4CE2-811E-0E3A602D7F64}" presName="linNode" presStyleCnt="0"/>
      <dgm:spPr/>
    </dgm:pt>
    <dgm:pt modelId="{B91FF27D-B4FC-F74B-8A8C-EABD532C59B5}" type="pres">
      <dgm:prSet presAssocID="{0FAFAAB5-CA27-4CE2-811E-0E3A602D7F64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9F21929F-A306-584C-962E-27CB033D456B}" type="pres">
      <dgm:prSet presAssocID="{0FAFAAB5-CA27-4CE2-811E-0E3A602D7F64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01314401-9134-49FE-BBB8-5544A8078609}" srcId="{8E3AB05D-0887-4A16-A114-6F66BB93D2E2}" destId="{3BF71027-8DAD-4DA8-BB12-42ACCE264432}" srcOrd="0" destOrd="0" parTransId="{7B1E05C0-530C-4A99-92F3-AE1ABA331CBF}" sibTransId="{51F2B90D-D164-4150-A7F8-F6449BF2749E}"/>
    <dgm:cxn modelId="{1EEF5709-D7C0-413D-B471-D1A5A1A73AF8}" srcId="{7E80AFFA-1CDA-4F07-B5FD-3023844001DF}" destId="{8E3AB05D-0887-4A16-A114-6F66BB93D2E2}" srcOrd="2" destOrd="0" parTransId="{BAE80CF4-CC25-4EDE-B00D-6722F4393328}" sibTransId="{556F2AD2-5ECA-4594-A80F-F79CAC6A42C6}"/>
    <dgm:cxn modelId="{20248528-F7DD-4DBF-ABD0-550A000436F2}" srcId="{7E80AFFA-1CDA-4F07-B5FD-3023844001DF}" destId="{0FAFAAB5-CA27-4CE2-811E-0E3A602D7F64}" srcOrd="3" destOrd="0" parTransId="{1DA49A81-AE9E-4677-9B54-A4E7715BAEDA}" sibTransId="{3C94006F-B01D-45A9-A0CB-C42E20702D05}"/>
    <dgm:cxn modelId="{786D402F-9BB3-5C4B-8F10-A43001E69C52}" type="presOf" srcId="{8E3AB05D-0887-4A16-A114-6F66BB93D2E2}" destId="{1826CF13-2659-D74D-A841-5FA557829A11}" srcOrd="0" destOrd="0" presId="urn:microsoft.com/office/officeart/2016/7/layout/VerticalSolidActionList"/>
    <dgm:cxn modelId="{0028B848-4467-4636-966B-9887456D5211}" srcId="{C785E5CE-91AA-434B-8F80-55855E0C666E}" destId="{2F195744-0D88-4425-A02C-CC0856012D90}" srcOrd="0" destOrd="0" parTransId="{85E794DF-FA72-4C9F-B034-696B6AA11D47}" sibTransId="{C10A2FA9-ED5F-4B93-8CC0-BA457E7A197B}"/>
    <dgm:cxn modelId="{E4D0F055-2FE0-8844-A3DA-FB9BC26EA105}" type="presOf" srcId="{7B0451A4-83D4-4657-95F4-924C2B04CB5D}" destId="{BD764352-9E8B-5646-ACA0-AD64FC1E3351}" srcOrd="0" destOrd="0" presId="urn:microsoft.com/office/officeart/2016/7/layout/VerticalSolidActionList"/>
    <dgm:cxn modelId="{E9548A61-5A55-4F6B-8FF9-9F942BBD68ED}" srcId="{7E80AFFA-1CDA-4F07-B5FD-3023844001DF}" destId="{C785E5CE-91AA-434B-8F80-55855E0C666E}" srcOrd="0" destOrd="0" parTransId="{2BA579D2-D51F-4C51-B112-3FC85D498BDB}" sibTransId="{133517C0-54C2-4941-8314-4F450B237551}"/>
    <dgm:cxn modelId="{B5082166-A996-B242-92B7-4778245F61C2}" type="presOf" srcId="{2F195744-0D88-4425-A02C-CC0856012D90}" destId="{FB8A0E42-B628-4343-8B2C-38A13580D766}" srcOrd="0" destOrd="0" presId="urn:microsoft.com/office/officeart/2016/7/layout/VerticalSolidActionList"/>
    <dgm:cxn modelId="{C1825889-4A5B-2F4C-920D-5EAE4CD21326}" type="presOf" srcId="{C785E5CE-91AA-434B-8F80-55855E0C666E}" destId="{EE459D2B-11F6-E746-BFFF-43D555F915E7}" srcOrd="0" destOrd="0" presId="urn:microsoft.com/office/officeart/2016/7/layout/VerticalSolidActionList"/>
    <dgm:cxn modelId="{DEB3BE89-A16B-3441-8266-BFFC150DBCE0}" type="presOf" srcId="{7E80AFFA-1CDA-4F07-B5FD-3023844001DF}" destId="{002C5510-8404-8144-B27B-C121A9801AEA}" srcOrd="0" destOrd="0" presId="urn:microsoft.com/office/officeart/2016/7/layout/VerticalSolidActionList"/>
    <dgm:cxn modelId="{6AF19D8A-C04F-F041-A633-564FFBF14166}" type="presOf" srcId="{2B2FDFD8-47FA-48E4-B5D2-55D2C69BFB40}" destId="{36DFB034-D207-F149-96B2-6D89DA5A9934}" srcOrd="0" destOrd="0" presId="urn:microsoft.com/office/officeart/2016/7/layout/VerticalSolidActionList"/>
    <dgm:cxn modelId="{C143438D-CE00-0346-A5EF-BD8200882AF0}" type="presOf" srcId="{3BF71027-8DAD-4DA8-BB12-42ACCE264432}" destId="{391EA1F7-2CF6-904A-B9E6-5D1C09C18025}" srcOrd="0" destOrd="0" presId="urn:microsoft.com/office/officeart/2016/7/layout/VerticalSolidActionList"/>
    <dgm:cxn modelId="{E4359C92-0754-D940-A739-02584F35C984}" type="presOf" srcId="{D429C4D7-FCA6-40E3-8834-7F333A60BCB6}" destId="{9F21929F-A306-584C-962E-27CB033D456B}" srcOrd="0" destOrd="0" presId="urn:microsoft.com/office/officeart/2016/7/layout/VerticalSolidActionList"/>
    <dgm:cxn modelId="{CE31ACA0-70F5-4F4B-BB16-F87EF0057A28}" srcId="{7B0451A4-83D4-4657-95F4-924C2B04CB5D}" destId="{2B2FDFD8-47FA-48E4-B5D2-55D2C69BFB40}" srcOrd="0" destOrd="0" parTransId="{6A156EA2-3657-4C37-9AEC-F3C8308DB6E9}" sibTransId="{85F676D7-1439-4693-B6E1-F7EAF0E5C9D2}"/>
    <dgm:cxn modelId="{5EE9BAEB-7AD5-4941-B7B6-8C95BCBA39A0}" type="presOf" srcId="{0FAFAAB5-CA27-4CE2-811E-0E3A602D7F64}" destId="{B91FF27D-B4FC-F74B-8A8C-EABD532C59B5}" srcOrd="0" destOrd="0" presId="urn:microsoft.com/office/officeart/2016/7/layout/VerticalSolidActionList"/>
    <dgm:cxn modelId="{B49B13FE-7E3F-49AA-87DE-3520D426D502}" srcId="{7E80AFFA-1CDA-4F07-B5FD-3023844001DF}" destId="{7B0451A4-83D4-4657-95F4-924C2B04CB5D}" srcOrd="1" destOrd="0" parTransId="{E9A4B8EC-6154-46AC-9F69-B787F2A48814}" sibTransId="{6C685C52-60DF-43DA-B10F-D2FFF262BAAE}"/>
    <dgm:cxn modelId="{724066FE-C1D3-4646-9BA3-7DEAE4D0219F}" srcId="{0FAFAAB5-CA27-4CE2-811E-0E3A602D7F64}" destId="{D429C4D7-FCA6-40E3-8834-7F333A60BCB6}" srcOrd="0" destOrd="0" parTransId="{415879DE-436F-427F-BCEA-D8A9E9C2F239}" sibTransId="{DCEAF631-D87E-4B2C-802C-F661317FD28F}"/>
    <dgm:cxn modelId="{3E35B26A-4F63-1C43-A862-30A7DA23C6CF}" type="presParOf" srcId="{002C5510-8404-8144-B27B-C121A9801AEA}" destId="{E39913F1-D5FF-0A44-B96F-5D5AD608746E}" srcOrd="0" destOrd="0" presId="urn:microsoft.com/office/officeart/2016/7/layout/VerticalSolidActionList"/>
    <dgm:cxn modelId="{F049519B-CC9E-D64E-9387-434E9F2A35F2}" type="presParOf" srcId="{E39913F1-D5FF-0A44-B96F-5D5AD608746E}" destId="{EE459D2B-11F6-E746-BFFF-43D555F915E7}" srcOrd="0" destOrd="0" presId="urn:microsoft.com/office/officeart/2016/7/layout/VerticalSolidActionList"/>
    <dgm:cxn modelId="{4F4EE4A8-66AA-A748-A652-5B482E5765C5}" type="presParOf" srcId="{E39913F1-D5FF-0A44-B96F-5D5AD608746E}" destId="{FB8A0E42-B628-4343-8B2C-38A13580D766}" srcOrd="1" destOrd="0" presId="urn:microsoft.com/office/officeart/2016/7/layout/VerticalSolidActionList"/>
    <dgm:cxn modelId="{A9F7DEFA-1FEB-A344-83BD-5BC12393BA08}" type="presParOf" srcId="{002C5510-8404-8144-B27B-C121A9801AEA}" destId="{B5E5C810-C1A4-204B-A990-795A8FB40B51}" srcOrd="1" destOrd="0" presId="urn:microsoft.com/office/officeart/2016/7/layout/VerticalSolidActionList"/>
    <dgm:cxn modelId="{65E06A45-1D8C-AA45-9066-E4EC98767053}" type="presParOf" srcId="{002C5510-8404-8144-B27B-C121A9801AEA}" destId="{74B3A852-1DF3-CE4C-980D-9C9903555CE4}" srcOrd="2" destOrd="0" presId="urn:microsoft.com/office/officeart/2016/7/layout/VerticalSolidActionList"/>
    <dgm:cxn modelId="{2EB11E2B-4DF8-584B-8DFF-733A3667DD38}" type="presParOf" srcId="{74B3A852-1DF3-CE4C-980D-9C9903555CE4}" destId="{BD764352-9E8B-5646-ACA0-AD64FC1E3351}" srcOrd="0" destOrd="0" presId="urn:microsoft.com/office/officeart/2016/7/layout/VerticalSolidActionList"/>
    <dgm:cxn modelId="{2B727CF5-8633-9743-A628-457C617B17CA}" type="presParOf" srcId="{74B3A852-1DF3-CE4C-980D-9C9903555CE4}" destId="{36DFB034-D207-F149-96B2-6D89DA5A9934}" srcOrd="1" destOrd="0" presId="urn:microsoft.com/office/officeart/2016/7/layout/VerticalSolidActionList"/>
    <dgm:cxn modelId="{3CE4595B-A303-DC4E-8498-6FB65D5A382F}" type="presParOf" srcId="{002C5510-8404-8144-B27B-C121A9801AEA}" destId="{BE905AAC-59AF-8546-B6ED-FB2E8D765A04}" srcOrd="3" destOrd="0" presId="urn:microsoft.com/office/officeart/2016/7/layout/VerticalSolidActionList"/>
    <dgm:cxn modelId="{C6CDE390-C1DA-9745-A47E-3F784BCCC741}" type="presParOf" srcId="{002C5510-8404-8144-B27B-C121A9801AEA}" destId="{BC8EA5D8-0F0D-E848-B3C5-DEED9A3637BF}" srcOrd="4" destOrd="0" presId="urn:microsoft.com/office/officeart/2016/7/layout/VerticalSolidActionList"/>
    <dgm:cxn modelId="{A1E22617-E23B-7549-95A3-77DAFC7D194F}" type="presParOf" srcId="{BC8EA5D8-0F0D-E848-B3C5-DEED9A3637BF}" destId="{1826CF13-2659-D74D-A841-5FA557829A11}" srcOrd="0" destOrd="0" presId="urn:microsoft.com/office/officeart/2016/7/layout/VerticalSolidActionList"/>
    <dgm:cxn modelId="{5DDA1C62-22E4-BD48-99BD-93FD53D1A096}" type="presParOf" srcId="{BC8EA5D8-0F0D-E848-B3C5-DEED9A3637BF}" destId="{391EA1F7-2CF6-904A-B9E6-5D1C09C18025}" srcOrd="1" destOrd="0" presId="urn:microsoft.com/office/officeart/2016/7/layout/VerticalSolidActionList"/>
    <dgm:cxn modelId="{F8B76277-A240-6E49-979C-C3538D053093}" type="presParOf" srcId="{002C5510-8404-8144-B27B-C121A9801AEA}" destId="{87D1863A-DEF1-7C4E-BD41-034F8D91BE66}" srcOrd="5" destOrd="0" presId="urn:microsoft.com/office/officeart/2016/7/layout/VerticalSolidActionList"/>
    <dgm:cxn modelId="{D43348F2-A9DD-3A44-97A6-255F6C5CB765}" type="presParOf" srcId="{002C5510-8404-8144-B27B-C121A9801AEA}" destId="{E2E52E79-5D58-F044-A614-06FFC1DD163D}" srcOrd="6" destOrd="0" presId="urn:microsoft.com/office/officeart/2016/7/layout/VerticalSolidActionList"/>
    <dgm:cxn modelId="{ED631D32-3344-ED4E-9EF0-DCE3D9125908}" type="presParOf" srcId="{E2E52E79-5D58-F044-A614-06FFC1DD163D}" destId="{B91FF27D-B4FC-F74B-8A8C-EABD532C59B5}" srcOrd="0" destOrd="0" presId="urn:microsoft.com/office/officeart/2016/7/layout/VerticalSolidActionList"/>
    <dgm:cxn modelId="{0034CA02-7F85-C546-94E1-54D4951BD173}" type="presParOf" srcId="{E2E52E79-5D58-F044-A614-06FFC1DD163D}" destId="{9F21929F-A306-584C-962E-27CB033D456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876DE9-70E6-4F4F-A949-2B962F0267F7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F86276-43C6-4813-A33E-93D992B27594}">
      <dgm:prSet/>
      <dgm:spPr/>
      <dgm:t>
        <a:bodyPr/>
        <a:lstStyle/>
        <a:p>
          <a:r>
            <a:rPr lang="en-US"/>
            <a:t>Default</a:t>
          </a:r>
        </a:p>
      </dgm:t>
    </dgm:pt>
    <dgm:pt modelId="{16886C68-1A72-4159-B584-55521E363FBC}" type="parTrans" cxnId="{4B098A9E-278B-47FD-9E5D-C31E6F5F439F}">
      <dgm:prSet/>
      <dgm:spPr/>
      <dgm:t>
        <a:bodyPr/>
        <a:lstStyle/>
        <a:p>
          <a:endParaRPr lang="en-US"/>
        </a:p>
      </dgm:t>
    </dgm:pt>
    <dgm:pt modelId="{8FE2F043-5C40-4A40-BEF8-8ACB482857E1}" type="sibTrans" cxnId="{4B098A9E-278B-47FD-9E5D-C31E6F5F439F}">
      <dgm:prSet/>
      <dgm:spPr/>
      <dgm:t>
        <a:bodyPr/>
        <a:lstStyle/>
        <a:p>
          <a:endParaRPr lang="en-US"/>
        </a:p>
      </dgm:t>
    </dgm:pt>
    <dgm:pt modelId="{6381AB06-221D-40CA-BA90-8BE6907C52E2}">
      <dgm:prSet/>
      <dgm:spPr/>
      <dgm:t>
        <a:bodyPr/>
        <a:lstStyle/>
        <a:p>
          <a:r>
            <a:rPr lang="en-US"/>
            <a:t>Security first: Default-deny Firewalls, explicit allow rules; keep OS patched; use SSH keys. Hetzner Docs</a:t>
          </a:r>
        </a:p>
      </dgm:t>
    </dgm:pt>
    <dgm:pt modelId="{C9E8361C-02FF-44D1-A8A1-1987081E3172}" type="parTrans" cxnId="{56925D0F-26C7-4540-97D6-30FF9A983610}">
      <dgm:prSet/>
      <dgm:spPr/>
      <dgm:t>
        <a:bodyPr/>
        <a:lstStyle/>
        <a:p>
          <a:endParaRPr lang="en-US"/>
        </a:p>
      </dgm:t>
    </dgm:pt>
    <dgm:pt modelId="{30D0472E-6D58-484F-9180-2FBBA5339350}" type="sibTrans" cxnId="{56925D0F-26C7-4540-97D6-30FF9A983610}">
      <dgm:prSet/>
      <dgm:spPr/>
      <dgm:t>
        <a:bodyPr/>
        <a:lstStyle/>
        <a:p>
          <a:endParaRPr lang="en-US"/>
        </a:p>
      </dgm:t>
    </dgm:pt>
    <dgm:pt modelId="{6D3538AC-B39E-4A2B-9028-600C3DD15363}">
      <dgm:prSet/>
      <dgm:spPr/>
      <dgm:t>
        <a:bodyPr/>
        <a:lstStyle/>
        <a:p>
          <a:r>
            <a:rPr lang="en-US"/>
            <a:t>Use</a:t>
          </a:r>
        </a:p>
      </dgm:t>
    </dgm:pt>
    <dgm:pt modelId="{2F579FB7-3DD0-44C5-A382-A65D086A7329}" type="parTrans" cxnId="{911B5474-D324-4959-8464-E175EA74AB1B}">
      <dgm:prSet/>
      <dgm:spPr/>
      <dgm:t>
        <a:bodyPr/>
        <a:lstStyle/>
        <a:p>
          <a:endParaRPr lang="en-US"/>
        </a:p>
      </dgm:t>
    </dgm:pt>
    <dgm:pt modelId="{FB131B54-7468-486A-876D-695EC3E4A146}" type="sibTrans" cxnId="{911B5474-D324-4959-8464-E175EA74AB1B}">
      <dgm:prSet/>
      <dgm:spPr/>
      <dgm:t>
        <a:bodyPr/>
        <a:lstStyle/>
        <a:p>
          <a:endParaRPr lang="en-US"/>
        </a:p>
      </dgm:t>
    </dgm:pt>
    <dgm:pt modelId="{3105DBE8-FB69-4396-AF6D-DE6919C3C8EA}">
      <dgm:prSet/>
      <dgm:spPr/>
      <dgm:t>
        <a:bodyPr/>
        <a:lstStyle/>
        <a:p>
          <a:r>
            <a:rPr lang="en-US"/>
            <a:t>Resilience: Use Snapshots/Backups before upgrades; rehearse restores. Hetzner Docs</a:t>
          </a:r>
        </a:p>
      </dgm:t>
    </dgm:pt>
    <dgm:pt modelId="{97CB21DF-03B2-4CB7-801A-22874C46C342}" type="parTrans" cxnId="{479F17BF-BA99-4F9C-965E-A23D07BCF552}">
      <dgm:prSet/>
      <dgm:spPr/>
      <dgm:t>
        <a:bodyPr/>
        <a:lstStyle/>
        <a:p>
          <a:endParaRPr lang="en-US"/>
        </a:p>
      </dgm:t>
    </dgm:pt>
    <dgm:pt modelId="{296BD256-B299-47D7-AA01-ECE12EC3698B}" type="sibTrans" cxnId="{479F17BF-BA99-4F9C-965E-A23D07BCF552}">
      <dgm:prSet/>
      <dgm:spPr/>
      <dgm:t>
        <a:bodyPr/>
        <a:lstStyle/>
        <a:p>
          <a:endParaRPr lang="en-US"/>
        </a:p>
      </dgm:t>
    </dgm:pt>
    <dgm:pt modelId="{51F8F544-F312-4B0D-A1EF-643007DBC0C2}">
      <dgm:prSet/>
      <dgm:spPr/>
      <dgm:t>
        <a:bodyPr/>
        <a:lstStyle/>
        <a:p>
          <a:r>
            <a:rPr lang="en-US"/>
            <a:t>Put</a:t>
          </a:r>
        </a:p>
      </dgm:t>
    </dgm:pt>
    <dgm:pt modelId="{1C7FE316-621E-4288-8A27-D17ACE05C107}" type="parTrans" cxnId="{F7D0F25E-3EF6-4E78-A218-9C0BD20D52C4}">
      <dgm:prSet/>
      <dgm:spPr/>
      <dgm:t>
        <a:bodyPr/>
        <a:lstStyle/>
        <a:p>
          <a:endParaRPr lang="en-US"/>
        </a:p>
      </dgm:t>
    </dgm:pt>
    <dgm:pt modelId="{2D2A6609-5720-44E9-B463-4A85F90381BF}" type="sibTrans" cxnId="{F7D0F25E-3EF6-4E78-A218-9C0BD20D52C4}">
      <dgm:prSet/>
      <dgm:spPr/>
      <dgm:t>
        <a:bodyPr/>
        <a:lstStyle/>
        <a:p>
          <a:endParaRPr lang="en-US"/>
        </a:p>
      </dgm:t>
    </dgm:pt>
    <dgm:pt modelId="{F93F4AFB-14B9-4C78-92B0-856CCC5E3B9D}">
      <dgm:prSet/>
      <dgm:spPr/>
      <dgm:t>
        <a:bodyPr/>
        <a:lstStyle/>
        <a:p>
          <a:r>
            <a:rPr lang="en-US"/>
            <a:t>Failover: Put a Floating IP in front; reassign on node failure. Hetzner Docs</a:t>
          </a:r>
        </a:p>
      </dgm:t>
    </dgm:pt>
    <dgm:pt modelId="{C2EA0E52-711E-4C4E-9C54-C49EE252CD95}" type="parTrans" cxnId="{A2947B5B-B199-4A74-98D0-748F36ED0A42}">
      <dgm:prSet/>
      <dgm:spPr/>
      <dgm:t>
        <a:bodyPr/>
        <a:lstStyle/>
        <a:p>
          <a:endParaRPr lang="en-US"/>
        </a:p>
      </dgm:t>
    </dgm:pt>
    <dgm:pt modelId="{F9F1E8D1-0800-46FB-905B-9F2E37D1BBDB}" type="sibTrans" cxnId="{A2947B5B-B199-4A74-98D0-748F36ED0A42}">
      <dgm:prSet/>
      <dgm:spPr/>
      <dgm:t>
        <a:bodyPr/>
        <a:lstStyle/>
        <a:p>
          <a:endParaRPr lang="en-US"/>
        </a:p>
      </dgm:t>
    </dgm:pt>
    <dgm:pt modelId="{1395768D-0BC5-4246-B219-9C0FF691CDDC}">
      <dgm:prSet/>
      <dgm:spPr/>
      <dgm:t>
        <a:bodyPr/>
        <a:lstStyle/>
        <a:p>
          <a:r>
            <a:rPr lang="en-US"/>
            <a:t>Monitor</a:t>
          </a:r>
        </a:p>
      </dgm:t>
    </dgm:pt>
    <dgm:pt modelId="{1211B5EF-200E-4E05-8B23-6779879F41C0}" type="parTrans" cxnId="{DD46DD71-23A0-4708-BB3A-B5BA6D2CAF9D}">
      <dgm:prSet/>
      <dgm:spPr/>
      <dgm:t>
        <a:bodyPr/>
        <a:lstStyle/>
        <a:p>
          <a:endParaRPr lang="en-US"/>
        </a:p>
      </dgm:t>
    </dgm:pt>
    <dgm:pt modelId="{57E498C8-0511-4C4D-8152-5D65CF72CB29}" type="sibTrans" cxnId="{DD46DD71-23A0-4708-BB3A-B5BA6D2CAF9D}">
      <dgm:prSet/>
      <dgm:spPr/>
      <dgm:t>
        <a:bodyPr/>
        <a:lstStyle/>
        <a:p>
          <a:endParaRPr lang="en-US"/>
        </a:p>
      </dgm:t>
    </dgm:pt>
    <dgm:pt modelId="{D144758E-78B9-4289-A3B8-8B18C9DDB8C5}">
      <dgm:prSet/>
      <dgm:spPr/>
      <dgm:t>
        <a:bodyPr/>
        <a:lstStyle/>
        <a:p>
          <a:r>
            <a:rPr lang="en-US"/>
            <a:t>Ops: Monitor CPU/RAM/disk IO; automate with Ansible/Terraform (Hetzner APIs are available).</a:t>
          </a:r>
        </a:p>
      </dgm:t>
    </dgm:pt>
    <dgm:pt modelId="{410590F9-EF90-4B78-BE5E-5CD33EDF1B5B}" type="parTrans" cxnId="{EB5115F1-5C1E-4B1B-939B-951C1461C9BA}">
      <dgm:prSet/>
      <dgm:spPr/>
      <dgm:t>
        <a:bodyPr/>
        <a:lstStyle/>
        <a:p>
          <a:endParaRPr lang="en-US"/>
        </a:p>
      </dgm:t>
    </dgm:pt>
    <dgm:pt modelId="{E0844821-CDEE-43EB-A91F-FB08778C628F}" type="sibTrans" cxnId="{EB5115F1-5C1E-4B1B-939B-951C1461C9BA}">
      <dgm:prSet/>
      <dgm:spPr/>
      <dgm:t>
        <a:bodyPr/>
        <a:lstStyle/>
        <a:p>
          <a:endParaRPr lang="en-US"/>
        </a:p>
      </dgm:t>
    </dgm:pt>
    <dgm:pt modelId="{10985575-A3E2-9F4D-812B-2E6A0B1FED3D}" type="pres">
      <dgm:prSet presAssocID="{CD876DE9-70E6-4F4F-A949-2B962F0267F7}" presName="Name0" presStyleCnt="0">
        <dgm:presLayoutVars>
          <dgm:dir/>
          <dgm:animLvl val="lvl"/>
          <dgm:resizeHandles val="exact"/>
        </dgm:presLayoutVars>
      </dgm:prSet>
      <dgm:spPr/>
    </dgm:pt>
    <dgm:pt modelId="{61142192-FC29-2646-931B-2DDCE89CECAF}" type="pres">
      <dgm:prSet presAssocID="{D6F86276-43C6-4813-A33E-93D992B27594}" presName="linNode" presStyleCnt="0"/>
      <dgm:spPr/>
    </dgm:pt>
    <dgm:pt modelId="{7F5540ED-6927-9849-B309-CB7885D0F7A3}" type="pres">
      <dgm:prSet presAssocID="{D6F86276-43C6-4813-A33E-93D992B27594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80351FB5-1736-4B4C-B731-D254D409C0A6}" type="pres">
      <dgm:prSet presAssocID="{D6F86276-43C6-4813-A33E-93D992B27594}" presName="descendantText" presStyleLbl="alignAccFollowNode1" presStyleIdx="0" presStyleCnt="4">
        <dgm:presLayoutVars>
          <dgm:bulletEnabled/>
        </dgm:presLayoutVars>
      </dgm:prSet>
      <dgm:spPr/>
    </dgm:pt>
    <dgm:pt modelId="{2E50BA4C-B401-8D4A-94CF-4DE776B8421D}" type="pres">
      <dgm:prSet presAssocID="{8FE2F043-5C40-4A40-BEF8-8ACB482857E1}" presName="sp" presStyleCnt="0"/>
      <dgm:spPr/>
    </dgm:pt>
    <dgm:pt modelId="{0D25F729-C746-A046-A316-38EB5849C3C1}" type="pres">
      <dgm:prSet presAssocID="{6D3538AC-B39E-4A2B-9028-600C3DD15363}" presName="linNode" presStyleCnt="0"/>
      <dgm:spPr/>
    </dgm:pt>
    <dgm:pt modelId="{A280730A-7485-FF44-89B8-29B881BCF3AA}" type="pres">
      <dgm:prSet presAssocID="{6D3538AC-B39E-4A2B-9028-600C3DD15363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B922D734-AE12-AE4B-9132-AC7AD64A1BEF}" type="pres">
      <dgm:prSet presAssocID="{6D3538AC-B39E-4A2B-9028-600C3DD15363}" presName="descendantText" presStyleLbl="alignAccFollowNode1" presStyleIdx="1" presStyleCnt="4">
        <dgm:presLayoutVars>
          <dgm:bulletEnabled/>
        </dgm:presLayoutVars>
      </dgm:prSet>
      <dgm:spPr/>
    </dgm:pt>
    <dgm:pt modelId="{97C960CC-4982-934F-9A0B-D8680E7376BB}" type="pres">
      <dgm:prSet presAssocID="{FB131B54-7468-486A-876D-695EC3E4A146}" presName="sp" presStyleCnt="0"/>
      <dgm:spPr/>
    </dgm:pt>
    <dgm:pt modelId="{F4C19481-B177-944D-8839-6BE2816957D9}" type="pres">
      <dgm:prSet presAssocID="{51F8F544-F312-4B0D-A1EF-643007DBC0C2}" presName="linNode" presStyleCnt="0"/>
      <dgm:spPr/>
    </dgm:pt>
    <dgm:pt modelId="{B596CCD9-FD8F-7F4C-ABC7-D38CF14C59DF}" type="pres">
      <dgm:prSet presAssocID="{51F8F544-F312-4B0D-A1EF-643007DBC0C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6222348E-6F6F-8847-8CD5-638A44D3BA67}" type="pres">
      <dgm:prSet presAssocID="{51F8F544-F312-4B0D-A1EF-643007DBC0C2}" presName="descendantText" presStyleLbl="alignAccFollowNode1" presStyleIdx="2" presStyleCnt="4">
        <dgm:presLayoutVars>
          <dgm:bulletEnabled/>
        </dgm:presLayoutVars>
      </dgm:prSet>
      <dgm:spPr/>
    </dgm:pt>
    <dgm:pt modelId="{DD9C89D2-BF9E-7D4C-A46F-5EECCD772967}" type="pres">
      <dgm:prSet presAssocID="{2D2A6609-5720-44E9-B463-4A85F90381BF}" presName="sp" presStyleCnt="0"/>
      <dgm:spPr/>
    </dgm:pt>
    <dgm:pt modelId="{F8323864-2CA2-EA43-B71A-D1643F305EDD}" type="pres">
      <dgm:prSet presAssocID="{1395768D-0BC5-4246-B219-9C0FF691CDDC}" presName="linNode" presStyleCnt="0"/>
      <dgm:spPr/>
    </dgm:pt>
    <dgm:pt modelId="{C2D82F0B-4E64-7E44-AC3B-00B0FB0A8DA6}" type="pres">
      <dgm:prSet presAssocID="{1395768D-0BC5-4246-B219-9C0FF691CDDC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9F719A6A-C551-4E4E-BBE9-2A3C5B5FCDF3}" type="pres">
      <dgm:prSet presAssocID="{1395768D-0BC5-4246-B219-9C0FF691CDDC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56925D0F-26C7-4540-97D6-30FF9A983610}" srcId="{D6F86276-43C6-4813-A33E-93D992B27594}" destId="{6381AB06-221D-40CA-BA90-8BE6907C52E2}" srcOrd="0" destOrd="0" parTransId="{C9E8361C-02FF-44D1-A8A1-1987081E3172}" sibTransId="{30D0472E-6D58-484F-9180-2FBBA5339350}"/>
    <dgm:cxn modelId="{E0AFBC1F-3472-D84F-9991-ADDBAB43BC50}" type="presOf" srcId="{CD876DE9-70E6-4F4F-A949-2B962F0267F7}" destId="{10985575-A3E2-9F4D-812B-2E6A0B1FED3D}" srcOrd="0" destOrd="0" presId="urn:microsoft.com/office/officeart/2016/7/layout/VerticalSolidActionList"/>
    <dgm:cxn modelId="{A2947B5B-B199-4A74-98D0-748F36ED0A42}" srcId="{51F8F544-F312-4B0D-A1EF-643007DBC0C2}" destId="{F93F4AFB-14B9-4C78-92B0-856CCC5E3B9D}" srcOrd="0" destOrd="0" parTransId="{C2EA0E52-711E-4C4E-9C54-C49EE252CD95}" sibTransId="{F9F1E8D1-0800-46FB-905B-9F2E37D1BBDB}"/>
    <dgm:cxn modelId="{F5F31C5C-F73E-604E-8C9A-5B079E416D78}" type="presOf" srcId="{51F8F544-F312-4B0D-A1EF-643007DBC0C2}" destId="{B596CCD9-FD8F-7F4C-ABC7-D38CF14C59DF}" srcOrd="0" destOrd="0" presId="urn:microsoft.com/office/officeart/2016/7/layout/VerticalSolidActionList"/>
    <dgm:cxn modelId="{F7D0F25E-3EF6-4E78-A218-9C0BD20D52C4}" srcId="{CD876DE9-70E6-4F4F-A949-2B962F0267F7}" destId="{51F8F544-F312-4B0D-A1EF-643007DBC0C2}" srcOrd="2" destOrd="0" parTransId="{1C7FE316-621E-4288-8A27-D17ACE05C107}" sibTransId="{2D2A6609-5720-44E9-B463-4A85F90381BF}"/>
    <dgm:cxn modelId="{35D30B60-6F68-ED42-91D9-ED52460B1C52}" type="presOf" srcId="{6381AB06-221D-40CA-BA90-8BE6907C52E2}" destId="{80351FB5-1736-4B4C-B731-D254D409C0A6}" srcOrd="0" destOrd="0" presId="urn:microsoft.com/office/officeart/2016/7/layout/VerticalSolidActionList"/>
    <dgm:cxn modelId="{DDBDA76D-E457-AA45-8601-A06500503B2A}" type="presOf" srcId="{6D3538AC-B39E-4A2B-9028-600C3DD15363}" destId="{A280730A-7485-FF44-89B8-29B881BCF3AA}" srcOrd="0" destOrd="0" presId="urn:microsoft.com/office/officeart/2016/7/layout/VerticalSolidActionList"/>
    <dgm:cxn modelId="{DD46DD71-23A0-4708-BB3A-B5BA6D2CAF9D}" srcId="{CD876DE9-70E6-4F4F-A949-2B962F0267F7}" destId="{1395768D-0BC5-4246-B219-9C0FF691CDDC}" srcOrd="3" destOrd="0" parTransId="{1211B5EF-200E-4E05-8B23-6779879F41C0}" sibTransId="{57E498C8-0511-4C4D-8152-5D65CF72CB29}"/>
    <dgm:cxn modelId="{911B5474-D324-4959-8464-E175EA74AB1B}" srcId="{CD876DE9-70E6-4F4F-A949-2B962F0267F7}" destId="{6D3538AC-B39E-4A2B-9028-600C3DD15363}" srcOrd="1" destOrd="0" parTransId="{2F579FB7-3DD0-44C5-A382-A65D086A7329}" sibTransId="{FB131B54-7468-486A-876D-695EC3E4A146}"/>
    <dgm:cxn modelId="{C2FA628E-547E-7940-BA1B-1DE1011E0F74}" type="presOf" srcId="{3105DBE8-FB69-4396-AF6D-DE6919C3C8EA}" destId="{B922D734-AE12-AE4B-9132-AC7AD64A1BEF}" srcOrd="0" destOrd="0" presId="urn:microsoft.com/office/officeart/2016/7/layout/VerticalSolidActionList"/>
    <dgm:cxn modelId="{4B098A9E-278B-47FD-9E5D-C31E6F5F439F}" srcId="{CD876DE9-70E6-4F4F-A949-2B962F0267F7}" destId="{D6F86276-43C6-4813-A33E-93D992B27594}" srcOrd="0" destOrd="0" parTransId="{16886C68-1A72-4159-B584-55521E363FBC}" sibTransId="{8FE2F043-5C40-4A40-BEF8-8ACB482857E1}"/>
    <dgm:cxn modelId="{479F17BF-BA99-4F9C-965E-A23D07BCF552}" srcId="{6D3538AC-B39E-4A2B-9028-600C3DD15363}" destId="{3105DBE8-FB69-4396-AF6D-DE6919C3C8EA}" srcOrd="0" destOrd="0" parTransId="{97CB21DF-03B2-4CB7-801A-22874C46C342}" sibTransId="{296BD256-B299-47D7-AA01-ECE12EC3698B}"/>
    <dgm:cxn modelId="{0E2D78C2-652B-5042-B5C5-F6CE07706DB3}" type="presOf" srcId="{D144758E-78B9-4289-A3B8-8B18C9DDB8C5}" destId="{9F719A6A-C551-4E4E-BBE9-2A3C5B5FCDF3}" srcOrd="0" destOrd="0" presId="urn:microsoft.com/office/officeart/2016/7/layout/VerticalSolidActionList"/>
    <dgm:cxn modelId="{36BAF0D1-DBF3-8443-85F6-4BE9AC80BEB9}" type="presOf" srcId="{1395768D-0BC5-4246-B219-9C0FF691CDDC}" destId="{C2D82F0B-4E64-7E44-AC3B-00B0FB0A8DA6}" srcOrd="0" destOrd="0" presId="urn:microsoft.com/office/officeart/2016/7/layout/VerticalSolidActionList"/>
    <dgm:cxn modelId="{B612EDDD-0CD3-A640-8B93-53CE8759167A}" type="presOf" srcId="{F93F4AFB-14B9-4C78-92B0-856CCC5E3B9D}" destId="{6222348E-6F6F-8847-8CD5-638A44D3BA67}" srcOrd="0" destOrd="0" presId="urn:microsoft.com/office/officeart/2016/7/layout/VerticalSolidActionList"/>
    <dgm:cxn modelId="{42EE32EA-0D83-0C43-A731-A909B34F642F}" type="presOf" srcId="{D6F86276-43C6-4813-A33E-93D992B27594}" destId="{7F5540ED-6927-9849-B309-CB7885D0F7A3}" srcOrd="0" destOrd="0" presId="urn:microsoft.com/office/officeart/2016/7/layout/VerticalSolidActionList"/>
    <dgm:cxn modelId="{EB5115F1-5C1E-4B1B-939B-951C1461C9BA}" srcId="{1395768D-0BC5-4246-B219-9C0FF691CDDC}" destId="{D144758E-78B9-4289-A3B8-8B18C9DDB8C5}" srcOrd="0" destOrd="0" parTransId="{410590F9-EF90-4B78-BE5E-5CD33EDF1B5B}" sibTransId="{E0844821-CDEE-43EB-A91F-FB08778C628F}"/>
    <dgm:cxn modelId="{E007BF84-50D2-D14B-B46B-F9F82DBF3B71}" type="presParOf" srcId="{10985575-A3E2-9F4D-812B-2E6A0B1FED3D}" destId="{61142192-FC29-2646-931B-2DDCE89CECAF}" srcOrd="0" destOrd="0" presId="urn:microsoft.com/office/officeart/2016/7/layout/VerticalSolidActionList"/>
    <dgm:cxn modelId="{2894CB1D-F658-6D4D-96FE-20460D86EA30}" type="presParOf" srcId="{61142192-FC29-2646-931B-2DDCE89CECAF}" destId="{7F5540ED-6927-9849-B309-CB7885D0F7A3}" srcOrd="0" destOrd="0" presId="urn:microsoft.com/office/officeart/2016/7/layout/VerticalSolidActionList"/>
    <dgm:cxn modelId="{A9791BAC-8F1A-9B4A-81E6-DB5A9D790B4E}" type="presParOf" srcId="{61142192-FC29-2646-931B-2DDCE89CECAF}" destId="{80351FB5-1736-4B4C-B731-D254D409C0A6}" srcOrd="1" destOrd="0" presId="urn:microsoft.com/office/officeart/2016/7/layout/VerticalSolidActionList"/>
    <dgm:cxn modelId="{F42D597B-ED1C-6743-8670-CC99E9DA73CD}" type="presParOf" srcId="{10985575-A3E2-9F4D-812B-2E6A0B1FED3D}" destId="{2E50BA4C-B401-8D4A-94CF-4DE776B8421D}" srcOrd="1" destOrd="0" presId="urn:microsoft.com/office/officeart/2016/7/layout/VerticalSolidActionList"/>
    <dgm:cxn modelId="{F2CC3E61-A7BD-7047-8FC0-70837BE7599C}" type="presParOf" srcId="{10985575-A3E2-9F4D-812B-2E6A0B1FED3D}" destId="{0D25F729-C746-A046-A316-38EB5849C3C1}" srcOrd="2" destOrd="0" presId="urn:microsoft.com/office/officeart/2016/7/layout/VerticalSolidActionList"/>
    <dgm:cxn modelId="{A9ECFD0D-8618-B64E-A185-31F8D27A8A40}" type="presParOf" srcId="{0D25F729-C746-A046-A316-38EB5849C3C1}" destId="{A280730A-7485-FF44-89B8-29B881BCF3AA}" srcOrd="0" destOrd="0" presId="urn:microsoft.com/office/officeart/2016/7/layout/VerticalSolidActionList"/>
    <dgm:cxn modelId="{0611EB0E-6582-B74F-99BB-F293C7BA41E5}" type="presParOf" srcId="{0D25F729-C746-A046-A316-38EB5849C3C1}" destId="{B922D734-AE12-AE4B-9132-AC7AD64A1BEF}" srcOrd="1" destOrd="0" presId="urn:microsoft.com/office/officeart/2016/7/layout/VerticalSolidActionList"/>
    <dgm:cxn modelId="{8B6D5768-A082-9142-899C-FC238462905F}" type="presParOf" srcId="{10985575-A3E2-9F4D-812B-2E6A0B1FED3D}" destId="{97C960CC-4982-934F-9A0B-D8680E7376BB}" srcOrd="3" destOrd="0" presId="urn:microsoft.com/office/officeart/2016/7/layout/VerticalSolidActionList"/>
    <dgm:cxn modelId="{8416CF06-EAFA-824E-97AB-E8A8EA8796CF}" type="presParOf" srcId="{10985575-A3E2-9F4D-812B-2E6A0B1FED3D}" destId="{F4C19481-B177-944D-8839-6BE2816957D9}" srcOrd="4" destOrd="0" presId="urn:microsoft.com/office/officeart/2016/7/layout/VerticalSolidActionList"/>
    <dgm:cxn modelId="{4586E8D8-D424-4746-B3A1-74CF9FA237ED}" type="presParOf" srcId="{F4C19481-B177-944D-8839-6BE2816957D9}" destId="{B596CCD9-FD8F-7F4C-ABC7-D38CF14C59DF}" srcOrd="0" destOrd="0" presId="urn:microsoft.com/office/officeart/2016/7/layout/VerticalSolidActionList"/>
    <dgm:cxn modelId="{95A7576A-0B0A-B742-9B06-087550153B40}" type="presParOf" srcId="{F4C19481-B177-944D-8839-6BE2816957D9}" destId="{6222348E-6F6F-8847-8CD5-638A44D3BA67}" srcOrd="1" destOrd="0" presId="urn:microsoft.com/office/officeart/2016/7/layout/VerticalSolidActionList"/>
    <dgm:cxn modelId="{B6792F33-590D-3A49-948B-460551881596}" type="presParOf" srcId="{10985575-A3E2-9F4D-812B-2E6A0B1FED3D}" destId="{DD9C89D2-BF9E-7D4C-A46F-5EECCD772967}" srcOrd="5" destOrd="0" presId="urn:microsoft.com/office/officeart/2016/7/layout/VerticalSolidActionList"/>
    <dgm:cxn modelId="{34C3CB72-F59E-454A-8B1F-E2D45D6CCB04}" type="presParOf" srcId="{10985575-A3E2-9F4D-812B-2E6A0B1FED3D}" destId="{F8323864-2CA2-EA43-B71A-D1643F305EDD}" srcOrd="6" destOrd="0" presId="urn:microsoft.com/office/officeart/2016/7/layout/VerticalSolidActionList"/>
    <dgm:cxn modelId="{7F2D4EAF-1AD1-FC49-A5DD-9691FC88B22F}" type="presParOf" srcId="{F8323864-2CA2-EA43-B71A-D1643F305EDD}" destId="{C2D82F0B-4E64-7E44-AC3B-00B0FB0A8DA6}" srcOrd="0" destOrd="0" presId="urn:microsoft.com/office/officeart/2016/7/layout/VerticalSolidActionList"/>
    <dgm:cxn modelId="{0D99A45D-3CB2-D443-9822-B697BC5ABA0B}" type="presParOf" srcId="{F8323864-2CA2-EA43-B71A-D1643F305EDD}" destId="{9F719A6A-C551-4E4E-BBE9-2A3C5B5FCDF3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6FC422-51F2-4670-8680-F8BA152F20A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39DF6D-7AEC-4045-94C2-10C1734A8EB4}">
      <dgm:prSet/>
      <dgm:spPr/>
      <dgm:t>
        <a:bodyPr/>
        <a:lstStyle/>
        <a:p>
          <a:r>
            <a:rPr lang="en-US" b="1" i="0" baseline="0" dirty="0" err="1"/>
            <a:t>package:http</a:t>
          </a:r>
          <a:r>
            <a:rPr lang="en-US" b="0" i="0" baseline="0" dirty="0"/>
            <a:t>: simple, composable; </a:t>
          </a:r>
          <a:r>
            <a:rPr lang="en-US" b="0" i="0" baseline="0" dirty="0" err="1"/>
            <a:t>RetryClient</a:t>
          </a:r>
          <a:r>
            <a:rPr lang="en-US" b="0" i="0" baseline="0" dirty="0"/>
            <a:t> helper available. </a:t>
          </a:r>
          <a:endParaRPr lang="en-US" dirty="0"/>
        </a:p>
      </dgm:t>
    </dgm:pt>
    <dgm:pt modelId="{A5C1A349-2861-40F5-8F05-E6F6CBD0C93D}" type="parTrans" cxnId="{1EB19EDE-6060-4C21-9EB5-834C6F3AD9A5}">
      <dgm:prSet/>
      <dgm:spPr/>
      <dgm:t>
        <a:bodyPr/>
        <a:lstStyle/>
        <a:p>
          <a:endParaRPr lang="en-US"/>
        </a:p>
      </dgm:t>
    </dgm:pt>
    <dgm:pt modelId="{C22F1CCA-D895-4C0E-B9DD-27C74E271EA9}" type="sibTrans" cxnId="{1EB19EDE-6060-4C21-9EB5-834C6F3AD9A5}">
      <dgm:prSet/>
      <dgm:spPr/>
      <dgm:t>
        <a:bodyPr/>
        <a:lstStyle/>
        <a:p>
          <a:endParaRPr lang="en-US"/>
        </a:p>
      </dgm:t>
    </dgm:pt>
    <dgm:pt modelId="{2D682DB4-1C16-4A2F-904F-58023B1F8C99}">
      <dgm:prSet/>
      <dgm:spPr/>
      <dgm:t>
        <a:bodyPr/>
        <a:lstStyle/>
        <a:p>
          <a:r>
            <a:rPr lang="en-US" b="1" i="0" baseline="0"/>
            <a:t>dio</a:t>
          </a:r>
          <a:r>
            <a:rPr lang="en-US" b="0" i="0" baseline="0"/>
            <a:t>: rich features (interceptors, cancel tokens, form/multipart, transformers). </a:t>
          </a:r>
          <a:endParaRPr lang="en-US"/>
        </a:p>
      </dgm:t>
    </dgm:pt>
    <dgm:pt modelId="{BB6646A4-C48B-45B8-8CEB-739002DE56C1}" type="parTrans" cxnId="{DFFDB0DD-4F6F-4BB7-BC74-8BF02B4F6818}">
      <dgm:prSet/>
      <dgm:spPr/>
      <dgm:t>
        <a:bodyPr/>
        <a:lstStyle/>
        <a:p>
          <a:endParaRPr lang="en-US"/>
        </a:p>
      </dgm:t>
    </dgm:pt>
    <dgm:pt modelId="{F47210EE-0B52-4E1A-B593-90AB3499A50F}" type="sibTrans" cxnId="{DFFDB0DD-4F6F-4BB7-BC74-8BF02B4F6818}">
      <dgm:prSet/>
      <dgm:spPr/>
      <dgm:t>
        <a:bodyPr/>
        <a:lstStyle/>
        <a:p>
          <a:endParaRPr lang="en-US"/>
        </a:p>
      </dgm:t>
    </dgm:pt>
    <dgm:pt modelId="{EE59184C-7176-4F17-BBAC-3C23BF552F2C}">
      <dgm:prSet/>
      <dgm:spPr/>
      <dgm:t>
        <a:bodyPr/>
        <a:lstStyle/>
        <a:p>
          <a:r>
            <a:rPr lang="en-US" b="1" i="0" baseline="0"/>
            <a:t>Chopper</a:t>
          </a:r>
          <a:r>
            <a:rPr lang="en-US" b="0" i="0" baseline="0"/>
            <a:t>: declarative API client generator (via code gen). </a:t>
          </a:r>
          <a:endParaRPr lang="en-US"/>
        </a:p>
      </dgm:t>
    </dgm:pt>
    <dgm:pt modelId="{E5B87A57-924C-4D1A-B33C-44D30C239EB9}" type="parTrans" cxnId="{98ED7EE6-CE47-47FE-8AC9-2AD5ABA37533}">
      <dgm:prSet/>
      <dgm:spPr/>
      <dgm:t>
        <a:bodyPr/>
        <a:lstStyle/>
        <a:p>
          <a:endParaRPr lang="en-US"/>
        </a:p>
      </dgm:t>
    </dgm:pt>
    <dgm:pt modelId="{4C508198-48FF-4640-8296-53637B3C0198}" type="sibTrans" cxnId="{98ED7EE6-CE47-47FE-8AC9-2AD5ABA37533}">
      <dgm:prSet/>
      <dgm:spPr/>
      <dgm:t>
        <a:bodyPr/>
        <a:lstStyle/>
        <a:p>
          <a:endParaRPr lang="en-US"/>
        </a:p>
      </dgm:t>
    </dgm:pt>
    <dgm:pt modelId="{77309DB0-7FC9-462B-9D1F-E847EB2FA91F}">
      <dgm:prSet/>
      <dgm:spPr/>
      <dgm:t>
        <a:bodyPr/>
        <a:lstStyle/>
        <a:p>
          <a:r>
            <a:rPr lang="en-US" b="1" i="0" baseline="0"/>
            <a:t>retrofit.dart</a:t>
          </a:r>
          <a:r>
            <a:rPr lang="en-US" b="0" i="0" baseline="0"/>
            <a:t>: annotations + generator on top of Dio. </a:t>
          </a:r>
          <a:endParaRPr lang="en-US"/>
        </a:p>
      </dgm:t>
    </dgm:pt>
    <dgm:pt modelId="{CA0AA52C-CF3D-4291-82C9-7327B9AB5101}" type="parTrans" cxnId="{DDD97EE4-00E7-451A-BA70-3AE3740F735B}">
      <dgm:prSet/>
      <dgm:spPr/>
      <dgm:t>
        <a:bodyPr/>
        <a:lstStyle/>
        <a:p>
          <a:endParaRPr lang="en-US"/>
        </a:p>
      </dgm:t>
    </dgm:pt>
    <dgm:pt modelId="{1556E064-74C3-4156-A26C-11B166271839}" type="sibTrans" cxnId="{DDD97EE4-00E7-451A-BA70-3AE3740F735B}">
      <dgm:prSet/>
      <dgm:spPr/>
      <dgm:t>
        <a:bodyPr/>
        <a:lstStyle/>
        <a:p>
          <a:endParaRPr lang="en-US"/>
        </a:p>
      </dgm:t>
    </dgm:pt>
    <dgm:pt modelId="{C1919950-D16B-4E42-81EB-566BB45E17AF}">
      <dgm:prSet/>
      <dgm:spPr/>
      <dgm:t>
        <a:bodyPr/>
        <a:lstStyle/>
        <a:p>
          <a:r>
            <a:rPr lang="en-US" b="1" i="0" baseline="0"/>
            <a:t>dart:io HttpClient</a:t>
          </a:r>
          <a:r>
            <a:rPr lang="en-US" b="0" i="0" baseline="0"/>
            <a:t>: low-level control (TLS, sockets) when you need it.</a:t>
          </a:r>
          <a:endParaRPr lang="en-US"/>
        </a:p>
      </dgm:t>
    </dgm:pt>
    <dgm:pt modelId="{B8318B1D-9D02-4EFF-BEAF-3AB54B37C81F}" type="parTrans" cxnId="{C4A37957-B5BE-454F-AFD5-79D79F0BE14A}">
      <dgm:prSet/>
      <dgm:spPr/>
      <dgm:t>
        <a:bodyPr/>
        <a:lstStyle/>
        <a:p>
          <a:endParaRPr lang="en-US"/>
        </a:p>
      </dgm:t>
    </dgm:pt>
    <dgm:pt modelId="{7BC85F53-1447-4965-99A2-E5C0D8B4A2BF}" type="sibTrans" cxnId="{C4A37957-B5BE-454F-AFD5-79D79F0BE14A}">
      <dgm:prSet/>
      <dgm:spPr/>
      <dgm:t>
        <a:bodyPr/>
        <a:lstStyle/>
        <a:p>
          <a:endParaRPr lang="en-US"/>
        </a:p>
      </dgm:t>
    </dgm:pt>
    <dgm:pt modelId="{82DC9FA2-993B-D44B-BB71-E85D30614804}" type="pres">
      <dgm:prSet presAssocID="{DD6FC422-51F2-4670-8680-F8BA152F20AC}" presName="linear" presStyleCnt="0">
        <dgm:presLayoutVars>
          <dgm:animLvl val="lvl"/>
          <dgm:resizeHandles val="exact"/>
        </dgm:presLayoutVars>
      </dgm:prSet>
      <dgm:spPr/>
    </dgm:pt>
    <dgm:pt modelId="{9A540050-9DDF-FE41-9D9A-C791CFC441A0}" type="pres">
      <dgm:prSet presAssocID="{7439DF6D-7AEC-4045-94C2-10C1734A8EB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4B8E0E4-9486-3940-9661-A98A8E117C01}" type="pres">
      <dgm:prSet presAssocID="{C22F1CCA-D895-4C0E-B9DD-27C74E271EA9}" presName="spacer" presStyleCnt="0"/>
      <dgm:spPr/>
    </dgm:pt>
    <dgm:pt modelId="{09162B87-FD97-2449-8107-7952EF00383F}" type="pres">
      <dgm:prSet presAssocID="{2D682DB4-1C16-4A2F-904F-58023B1F8C9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CB0528C-2AD9-9F43-9265-F259E6CC7F85}" type="pres">
      <dgm:prSet presAssocID="{F47210EE-0B52-4E1A-B593-90AB3499A50F}" presName="spacer" presStyleCnt="0"/>
      <dgm:spPr/>
    </dgm:pt>
    <dgm:pt modelId="{B3AD4BBC-C6BD-2848-8606-587AE3089FC7}" type="pres">
      <dgm:prSet presAssocID="{EE59184C-7176-4F17-BBAC-3C23BF552F2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230126A-EF07-BB47-AC84-65097E6C3AC4}" type="pres">
      <dgm:prSet presAssocID="{4C508198-48FF-4640-8296-53637B3C0198}" presName="spacer" presStyleCnt="0"/>
      <dgm:spPr/>
    </dgm:pt>
    <dgm:pt modelId="{9355064C-99FC-9F45-9FED-11D74B69AFE2}" type="pres">
      <dgm:prSet presAssocID="{77309DB0-7FC9-462B-9D1F-E847EB2FA91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8DF28D8-EA6A-F24F-9543-31C226929DB1}" type="pres">
      <dgm:prSet presAssocID="{1556E064-74C3-4156-A26C-11B166271839}" presName="spacer" presStyleCnt="0"/>
      <dgm:spPr/>
    </dgm:pt>
    <dgm:pt modelId="{EAA14B34-E04E-6240-A315-0919E0DDDFDB}" type="pres">
      <dgm:prSet presAssocID="{C1919950-D16B-4E42-81EB-566BB45E17A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DF99715-2168-1849-8E9C-C56810A0E9DF}" type="presOf" srcId="{77309DB0-7FC9-462B-9D1F-E847EB2FA91F}" destId="{9355064C-99FC-9F45-9FED-11D74B69AFE2}" srcOrd="0" destOrd="0" presId="urn:microsoft.com/office/officeart/2005/8/layout/vList2"/>
    <dgm:cxn modelId="{DD572521-A090-1F43-9C3D-702698755C9A}" type="presOf" srcId="{C1919950-D16B-4E42-81EB-566BB45E17AF}" destId="{EAA14B34-E04E-6240-A315-0919E0DDDFDB}" srcOrd="0" destOrd="0" presId="urn:microsoft.com/office/officeart/2005/8/layout/vList2"/>
    <dgm:cxn modelId="{C4A37957-B5BE-454F-AFD5-79D79F0BE14A}" srcId="{DD6FC422-51F2-4670-8680-F8BA152F20AC}" destId="{C1919950-D16B-4E42-81EB-566BB45E17AF}" srcOrd="4" destOrd="0" parTransId="{B8318B1D-9D02-4EFF-BEAF-3AB54B37C81F}" sibTransId="{7BC85F53-1447-4965-99A2-E5C0D8B4A2BF}"/>
    <dgm:cxn modelId="{5CAD5B7E-7539-8C49-A061-711B172C00F9}" type="presOf" srcId="{7439DF6D-7AEC-4045-94C2-10C1734A8EB4}" destId="{9A540050-9DDF-FE41-9D9A-C791CFC441A0}" srcOrd="0" destOrd="0" presId="urn:microsoft.com/office/officeart/2005/8/layout/vList2"/>
    <dgm:cxn modelId="{18576787-C527-154A-B6BC-0833DAA3DECA}" type="presOf" srcId="{EE59184C-7176-4F17-BBAC-3C23BF552F2C}" destId="{B3AD4BBC-C6BD-2848-8606-587AE3089FC7}" srcOrd="0" destOrd="0" presId="urn:microsoft.com/office/officeart/2005/8/layout/vList2"/>
    <dgm:cxn modelId="{CD0EAD8A-DFD7-104E-AD0F-C9986036C6BA}" type="presOf" srcId="{DD6FC422-51F2-4670-8680-F8BA152F20AC}" destId="{82DC9FA2-993B-D44B-BB71-E85D30614804}" srcOrd="0" destOrd="0" presId="urn:microsoft.com/office/officeart/2005/8/layout/vList2"/>
    <dgm:cxn modelId="{DFFDB0DD-4F6F-4BB7-BC74-8BF02B4F6818}" srcId="{DD6FC422-51F2-4670-8680-F8BA152F20AC}" destId="{2D682DB4-1C16-4A2F-904F-58023B1F8C99}" srcOrd="1" destOrd="0" parTransId="{BB6646A4-C48B-45B8-8CEB-739002DE56C1}" sibTransId="{F47210EE-0B52-4E1A-B593-90AB3499A50F}"/>
    <dgm:cxn modelId="{1EB19EDE-6060-4C21-9EB5-834C6F3AD9A5}" srcId="{DD6FC422-51F2-4670-8680-F8BA152F20AC}" destId="{7439DF6D-7AEC-4045-94C2-10C1734A8EB4}" srcOrd="0" destOrd="0" parTransId="{A5C1A349-2861-40F5-8F05-E6F6CBD0C93D}" sibTransId="{C22F1CCA-D895-4C0E-B9DD-27C74E271EA9}"/>
    <dgm:cxn modelId="{DDD97EE4-00E7-451A-BA70-3AE3740F735B}" srcId="{DD6FC422-51F2-4670-8680-F8BA152F20AC}" destId="{77309DB0-7FC9-462B-9D1F-E847EB2FA91F}" srcOrd="3" destOrd="0" parTransId="{CA0AA52C-CF3D-4291-82C9-7327B9AB5101}" sibTransId="{1556E064-74C3-4156-A26C-11B166271839}"/>
    <dgm:cxn modelId="{98ED7EE6-CE47-47FE-8AC9-2AD5ABA37533}" srcId="{DD6FC422-51F2-4670-8680-F8BA152F20AC}" destId="{EE59184C-7176-4F17-BBAC-3C23BF552F2C}" srcOrd="2" destOrd="0" parTransId="{E5B87A57-924C-4D1A-B33C-44D30C239EB9}" sibTransId="{4C508198-48FF-4640-8296-53637B3C0198}"/>
    <dgm:cxn modelId="{F69C1FFB-DF26-F343-9F48-EB3CBFD3E806}" type="presOf" srcId="{2D682DB4-1C16-4A2F-904F-58023B1F8C99}" destId="{09162B87-FD97-2449-8107-7952EF00383F}" srcOrd="0" destOrd="0" presId="urn:microsoft.com/office/officeart/2005/8/layout/vList2"/>
    <dgm:cxn modelId="{D836FA75-C38D-1049-B6EB-ED7FA8E55430}" type="presParOf" srcId="{82DC9FA2-993B-D44B-BB71-E85D30614804}" destId="{9A540050-9DDF-FE41-9D9A-C791CFC441A0}" srcOrd="0" destOrd="0" presId="urn:microsoft.com/office/officeart/2005/8/layout/vList2"/>
    <dgm:cxn modelId="{F2FD72E4-4AC3-9B41-894C-B5F8C8E5ED4F}" type="presParOf" srcId="{82DC9FA2-993B-D44B-BB71-E85D30614804}" destId="{94B8E0E4-9486-3940-9661-A98A8E117C01}" srcOrd="1" destOrd="0" presId="urn:microsoft.com/office/officeart/2005/8/layout/vList2"/>
    <dgm:cxn modelId="{A1C258C3-5FA9-B648-8CEB-2572041C1939}" type="presParOf" srcId="{82DC9FA2-993B-D44B-BB71-E85D30614804}" destId="{09162B87-FD97-2449-8107-7952EF00383F}" srcOrd="2" destOrd="0" presId="urn:microsoft.com/office/officeart/2005/8/layout/vList2"/>
    <dgm:cxn modelId="{56DC6C14-2134-7143-AE00-9C8855FE6019}" type="presParOf" srcId="{82DC9FA2-993B-D44B-BB71-E85D30614804}" destId="{ACB0528C-2AD9-9F43-9265-F259E6CC7F85}" srcOrd="3" destOrd="0" presId="urn:microsoft.com/office/officeart/2005/8/layout/vList2"/>
    <dgm:cxn modelId="{340F4A09-076B-FA4B-8BC3-1D129C7192BB}" type="presParOf" srcId="{82DC9FA2-993B-D44B-BB71-E85D30614804}" destId="{B3AD4BBC-C6BD-2848-8606-587AE3089FC7}" srcOrd="4" destOrd="0" presId="urn:microsoft.com/office/officeart/2005/8/layout/vList2"/>
    <dgm:cxn modelId="{D4F85DFF-887C-5544-8BD3-4DDBB76EEC28}" type="presParOf" srcId="{82DC9FA2-993B-D44B-BB71-E85D30614804}" destId="{8230126A-EF07-BB47-AC84-65097E6C3AC4}" srcOrd="5" destOrd="0" presId="urn:microsoft.com/office/officeart/2005/8/layout/vList2"/>
    <dgm:cxn modelId="{1C498105-CDD6-CE49-85B9-F440CD1D90F2}" type="presParOf" srcId="{82DC9FA2-993B-D44B-BB71-E85D30614804}" destId="{9355064C-99FC-9F45-9FED-11D74B69AFE2}" srcOrd="6" destOrd="0" presId="urn:microsoft.com/office/officeart/2005/8/layout/vList2"/>
    <dgm:cxn modelId="{AEA31E54-A95D-7641-906F-CA36F289F2CD}" type="presParOf" srcId="{82DC9FA2-993B-D44B-BB71-E85D30614804}" destId="{18DF28D8-EA6A-F24F-9543-31C226929DB1}" srcOrd="7" destOrd="0" presId="urn:microsoft.com/office/officeart/2005/8/layout/vList2"/>
    <dgm:cxn modelId="{2609FD9E-C67E-EF4D-A63B-C36F458C3FBC}" type="presParOf" srcId="{82DC9FA2-993B-D44B-BB71-E85D30614804}" destId="{EAA14B34-E04E-6240-A315-0919E0DDDFD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FEAED0-187F-4835-94F0-55B34DA8CE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AC0344C-BD33-404C-BBAC-1EA0A7366769}">
      <dgm:prSet/>
      <dgm:spPr/>
      <dgm:t>
        <a:bodyPr/>
        <a:lstStyle/>
        <a:p>
          <a:r>
            <a:rPr lang="en-US" b="0" i="0" baseline="0"/>
            <a:t>Set </a:t>
          </a:r>
          <a:r>
            <a:rPr lang="en-US" b="1" i="0" baseline="0"/>
            <a:t>timeouts</a:t>
          </a:r>
          <a:r>
            <a:rPr lang="en-US" b="0" i="0" baseline="0"/>
            <a:t> (connect/read) explicitly.</a:t>
          </a:r>
          <a:endParaRPr lang="en-US"/>
        </a:p>
      </dgm:t>
    </dgm:pt>
    <dgm:pt modelId="{52A6D368-799B-4D8A-89B4-D6AEE1146337}" type="parTrans" cxnId="{BBFA5ED2-AFD5-4810-8025-3763BEE1B1FF}">
      <dgm:prSet/>
      <dgm:spPr/>
      <dgm:t>
        <a:bodyPr/>
        <a:lstStyle/>
        <a:p>
          <a:endParaRPr lang="en-US"/>
        </a:p>
      </dgm:t>
    </dgm:pt>
    <dgm:pt modelId="{FA1EDD12-1F2D-4FF9-8CF2-FB1ABE46615F}" type="sibTrans" cxnId="{BBFA5ED2-AFD5-4810-8025-3763BEE1B1FF}">
      <dgm:prSet/>
      <dgm:spPr/>
      <dgm:t>
        <a:bodyPr/>
        <a:lstStyle/>
        <a:p>
          <a:endParaRPr lang="en-US"/>
        </a:p>
      </dgm:t>
    </dgm:pt>
    <dgm:pt modelId="{60A9E06A-0B60-45D4-98FB-66D9113C386B}">
      <dgm:prSet/>
      <dgm:spPr/>
      <dgm:t>
        <a:bodyPr/>
        <a:lstStyle/>
        <a:p>
          <a:r>
            <a:rPr lang="en-US" b="0" i="0" baseline="0"/>
            <a:t>Use Dio </a:t>
          </a:r>
          <a:r>
            <a:rPr lang="en-US" b="1" i="0" baseline="0"/>
            <a:t>interceptors</a:t>
          </a:r>
          <a:r>
            <a:rPr lang="en-US" b="0" i="0" baseline="0"/>
            <a:t> for auth headers, logging, unified error mapping. </a:t>
          </a:r>
          <a:endParaRPr lang="en-US"/>
        </a:p>
      </dgm:t>
    </dgm:pt>
    <dgm:pt modelId="{7209CFB8-8F70-4FF8-98F6-F980B7C43B92}" type="parTrans" cxnId="{8F9CF6C6-B2DC-4BA8-A0D3-EEE8C2448E96}">
      <dgm:prSet/>
      <dgm:spPr/>
      <dgm:t>
        <a:bodyPr/>
        <a:lstStyle/>
        <a:p>
          <a:endParaRPr lang="en-US"/>
        </a:p>
      </dgm:t>
    </dgm:pt>
    <dgm:pt modelId="{0815CC66-3DDF-4B98-AB34-CB04AE48AF5A}" type="sibTrans" cxnId="{8F9CF6C6-B2DC-4BA8-A0D3-EEE8C2448E96}">
      <dgm:prSet/>
      <dgm:spPr/>
      <dgm:t>
        <a:bodyPr/>
        <a:lstStyle/>
        <a:p>
          <a:endParaRPr lang="en-US"/>
        </a:p>
      </dgm:t>
    </dgm:pt>
    <dgm:pt modelId="{10347BBA-156B-4A48-AC2F-5D307E678852}">
      <dgm:prSet/>
      <dgm:spPr/>
      <dgm:t>
        <a:bodyPr/>
        <a:lstStyle/>
        <a:p>
          <a:r>
            <a:rPr lang="en-US" b="1" i="0" baseline="0"/>
            <a:t>Cancel</a:t>
          </a:r>
          <a:r>
            <a:rPr lang="en-US" b="0" i="0" baseline="0"/>
            <a:t> in-flight requests on screen dispose (Dio CancelToken). </a:t>
          </a:r>
          <a:endParaRPr lang="en-US"/>
        </a:p>
      </dgm:t>
    </dgm:pt>
    <dgm:pt modelId="{6186A0D7-5287-422F-980A-70570223ACCF}" type="parTrans" cxnId="{CAA0218F-B1F0-4BC9-B9EB-9B943A7E4797}">
      <dgm:prSet/>
      <dgm:spPr/>
      <dgm:t>
        <a:bodyPr/>
        <a:lstStyle/>
        <a:p>
          <a:endParaRPr lang="en-US"/>
        </a:p>
      </dgm:t>
    </dgm:pt>
    <dgm:pt modelId="{63614DA0-968C-4C64-B026-C9403B1D0D23}" type="sibTrans" cxnId="{CAA0218F-B1F0-4BC9-B9EB-9B943A7E4797}">
      <dgm:prSet/>
      <dgm:spPr/>
      <dgm:t>
        <a:bodyPr/>
        <a:lstStyle/>
        <a:p>
          <a:endParaRPr lang="en-US"/>
        </a:p>
      </dgm:t>
    </dgm:pt>
    <dgm:pt modelId="{A8CB2957-3CC0-443C-8D16-D8DF6107B479}">
      <dgm:prSet/>
      <dgm:spPr/>
      <dgm:t>
        <a:bodyPr/>
        <a:lstStyle/>
        <a:p>
          <a:r>
            <a:rPr lang="en-US" b="0" i="0" baseline="0"/>
            <a:t>Prefer codegen clients (Chopper/retrofit) for larger APIs to keep call sites typed and consistent.</a:t>
          </a:r>
          <a:endParaRPr lang="en-US"/>
        </a:p>
      </dgm:t>
    </dgm:pt>
    <dgm:pt modelId="{8787050A-50BC-4F79-982F-11BD7EDF1813}" type="parTrans" cxnId="{32A12CF5-A57D-42EB-8E70-BE9F3FE322B4}">
      <dgm:prSet/>
      <dgm:spPr/>
      <dgm:t>
        <a:bodyPr/>
        <a:lstStyle/>
        <a:p>
          <a:endParaRPr lang="en-US"/>
        </a:p>
      </dgm:t>
    </dgm:pt>
    <dgm:pt modelId="{322BCBC2-FECE-49D5-B4CA-749BB768CB47}" type="sibTrans" cxnId="{32A12CF5-A57D-42EB-8E70-BE9F3FE322B4}">
      <dgm:prSet/>
      <dgm:spPr/>
      <dgm:t>
        <a:bodyPr/>
        <a:lstStyle/>
        <a:p>
          <a:endParaRPr lang="en-US"/>
        </a:p>
      </dgm:t>
    </dgm:pt>
    <dgm:pt modelId="{CD44A27A-024B-48C9-9DE9-2E3EE35B176A}" type="pres">
      <dgm:prSet presAssocID="{E6FEAED0-187F-4835-94F0-55B34DA8CE20}" presName="root" presStyleCnt="0">
        <dgm:presLayoutVars>
          <dgm:dir/>
          <dgm:resizeHandles val="exact"/>
        </dgm:presLayoutVars>
      </dgm:prSet>
      <dgm:spPr/>
    </dgm:pt>
    <dgm:pt modelId="{524516AA-239E-4F14-B21A-036BB40DCA3E}" type="pres">
      <dgm:prSet presAssocID="{3AC0344C-BD33-404C-BBAC-1EA0A7366769}" presName="compNode" presStyleCnt="0"/>
      <dgm:spPr/>
    </dgm:pt>
    <dgm:pt modelId="{A62CD693-B024-42E0-87B7-1BD678FE0EE8}" type="pres">
      <dgm:prSet presAssocID="{3AC0344C-BD33-404C-BBAC-1EA0A7366769}" presName="bgRect" presStyleLbl="bgShp" presStyleIdx="0" presStyleCnt="4"/>
      <dgm:spPr/>
    </dgm:pt>
    <dgm:pt modelId="{6C4911FA-AF5C-46EB-8701-EF491FB0EADC}" type="pres">
      <dgm:prSet presAssocID="{3AC0344C-BD33-404C-BBAC-1EA0A736676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89AE7E2-97A5-49B4-9FD1-0AC249CA568E}" type="pres">
      <dgm:prSet presAssocID="{3AC0344C-BD33-404C-BBAC-1EA0A7366769}" presName="spaceRect" presStyleCnt="0"/>
      <dgm:spPr/>
    </dgm:pt>
    <dgm:pt modelId="{911CA600-379E-4152-8A75-4D335EA33859}" type="pres">
      <dgm:prSet presAssocID="{3AC0344C-BD33-404C-BBAC-1EA0A7366769}" presName="parTx" presStyleLbl="revTx" presStyleIdx="0" presStyleCnt="4">
        <dgm:presLayoutVars>
          <dgm:chMax val="0"/>
          <dgm:chPref val="0"/>
        </dgm:presLayoutVars>
      </dgm:prSet>
      <dgm:spPr/>
    </dgm:pt>
    <dgm:pt modelId="{F52CA211-6FDE-48A6-8DEF-BAFC49588F54}" type="pres">
      <dgm:prSet presAssocID="{FA1EDD12-1F2D-4FF9-8CF2-FB1ABE46615F}" presName="sibTrans" presStyleCnt="0"/>
      <dgm:spPr/>
    </dgm:pt>
    <dgm:pt modelId="{0146B80D-F250-45CF-8D17-A86B7597F1FA}" type="pres">
      <dgm:prSet presAssocID="{60A9E06A-0B60-45D4-98FB-66D9113C386B}" presName="compNode" presStyleCnt="0"/>
      <dgm:spPr/>
    </dgm:pt>
    <dgm:pt modelId="{18284748-F0F8-44C5-8711-68506D3DDC36}" type="pres">
      <dgm:prSet presAssocID="{60A9E06A-0B60-45D4-98FB-66D9113C386B}" presName="bgRect" presStyleLbl="bgShp" presStyleIdx="1" presStyleCnt="4"/>
      <dgm:spPr/>
    </dgm:pt>
    <dgm:pt modelId="{7586C964-C1A0-4460-BA59-05F2C69B39F6}" type="pres">
      <dgm:prSet presAssocID="{60A9E06A-0B60-45D4-98FB-66D9113C386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91E0183-310A-49CC-B93E-3F9C62D72BE1}" type="pres">
      <dgm:prSet presAssocID="{60A9E06A-0B60-45D4-98FB-66D9113C386B}" presName="spaceRect" presStyleCnt="0"/>
      <dgm:spPr/>
    </dgm:pt>
    <dgm:pt modelId="{6A2C383B-D2C9-4F83-A812-998DBDDCB247}" type="pres">
      <dgm:prSet presAssocID="{60A9E06A-0B60-45D4-98FB-66D9113C386B}" presName="parTx" presStyleLbl="revTx" presStyleIdx="1" presStyleCnt="4">
        <dgm:presLayoutVars>
          <dgm:chMax val="0"/>
          <dgm:chPref val="0"/>
        </dgm:presLayoutVars>
      </dgm:prSet>
      <dgm:spPr/>
    </dgm:pt>
    <dgm:pt modelId="{1DABD278-C7E0-44C0-A4C3-6FC3F9FFCCF2}" type="pres">
      <dgm:prSet presAssocID="{0815CC66-3DDF-4B98-AB34-CB04AE48AF5A}" presName="sibTrans" presStyleCnt="0"/>
      <dgm:spPr/>
    </dgm:pt>
    <dgm:pt modelId="{0C15CC2B-639D-4EEB-AA1B-79D4D1B7A6CC}" type="pres">
      <dgm:prSet presAssocID="{10347BBA-156B-4A48-AC2F-5D307E678852}" presName="compNode" presStyleCnt="0"/>
      <dgm:spPr/>
    </dgm:pt>
    <dgm:pt modelId="{26D8CD20-AA0A-41B0-AE51-31D84221E19E}" type="pres">
      <dgm:prSet presAssocID="{10347BBA-156B-4A48-AC2F-5D307E678852}" presName="bgRect" presStyleLbl="bgShp" presStyleIdx="2" presStyleCnt="4"/>
      <dgm:spPr/>
    </dgm:pt>
    <dgm:pt modelId="{78788576-9BEB-44DC-9B3A-CFD7CB76A577}" type="pres">
      <dgm:prSet presAssocID="{10347BBA-156B-4A48-AC2F-5D307E6788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822FBC1D-F58E-4220-A583-4D1DB92D885F}" type="pres">
      <dgm:prSet presAssocID="{10347BBA-156B-4A48-AC2F-5D307E678852}" presName="spaceRect" presStyleCnt="0"/>
      <dgm:spPr/>
    </dgm:pt>
    <dgm:pt modelId="{BE80E120-ED4F-490D-9004-1BE193E1A9E5}" type="pres">
      <dgm:prSet presAssocID="{10347BBA-156B-4A48-AC2F-5D307E678852}" presName="parTx" presStyleLbl="revTx" presStyleIdx="2" presStyleCnt="4">
        <dgm:presLayoutVars>
          <dgm:chMax val="0"/>
          <dgm:chPref val="0"/>
        </dgm:presLayoutVars>
      </dgm:prSet>
      <dgm:spPr/>
    </dgm:pt>
    <dgm:pt modelId="{12105F14-C01D-40FA-88E6-6B83FF5AADA9}" type="pres">
      <dgm:prSet presAssocID="{63614DA0-968C-4C64-B026-C9403B1D0D23}" presName="sibTrans" presStyleCnt="0"/>
      <dgm:spPr/>
    </dgm:pt>
    <dgm:pt modelId="{6F32FD14-F65E-42B5-B592-3EDAFEF061F2}" type="pres">
      <dgm:prSet presAssocID="{A8CB2957-3CC0-443C-8D16-D8DF6107B479}" presName="compNode" presStyleCnt="0"/>
      <dgm:spPr/>
    </dgm:pt>
    <dgm:pt modelId="{3A2DE3D6-1074-4577-B719-00250472248D}" type="pres">
      <dgm:prSet presAssocID="{A8CB2957-3CC0-443C-8D16-D8DF6107B479}" presName="bgRect" presStyleLbl="bgShp" presStyleIdx="3" presStyleCnt="4"/>
      <dgm:spPr/>
    </dgm:pt>
    <dgm:pt modelId="{7678110A-7B84-44CA-AC1E-64FB1D981393}" type="pres">
      <dgm:prSet presAssocID="{A8CB2957-3CC0-443C-8D16-D8DF6107B4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CB529891-4ED1-44F3-A99B-ADA2DD7CDD7A}" type="pres">
      <dgm:prSet presAssocID="{A8CB2957-3CC0-443C-8D16-D8DF6107B479}" presName="spaceRect" presStyleCnt="0"/>
      <dgm:spPr/>
    </dgm:pt>
    <dgm:pt modelId="{8F427132-1CDE-49E8-A4B9-71DA640ACCB0}" type="pres">
      <dgm:prSet presAssocID="{A8CB2957-3CC0-443C-8D16-D8DF6107B47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9CA9F14-3CC9-4F02-9701-7F73469B97A0}" type="presOf" srcId="{E6FEAED0-187F-4835-94F0-55B34DA8CE20}" destId="{CD44A27A-024B-48C9-9DE9-2E3EE35B176A}" srcOrd="0" destOrd="0" presId="urn:microsoft.com/office/officeart/2018/2/layout/IconVerticalSolidList"/>
    <dgm:cxn modelId="{906C4748-B551-4103-BC1B-F873BE784179}" type="presOf" srcId="{10347BBA-156B-4A48-AC2F-5D307E678852}" destId="{BE80E120-ED4F-490D-9004-1BE193E1A9E5}" srcOrd="0" destOrd="0" presId="urn:microsoft.com/office/officeart/2018/2/layout/IconVerticalSolidList"/>
    <dgm:cxn modelId="{1674E650-266C-4D06-85FB-724A019A6A0E}" type="presOf" srcId="{60A9E06A-0B60-45D4-98FB-66D9113C386B}" destId="{6A2C383B-D2C9-4F83-A812-998DBDDCB247}" srcOrd="0" destOrd="0" presId="urn:microsoft.com/office/officeart/2018/2/layout/IconVerticalSolidList"/>
    <dgm:cxn modelId="{CAA0218F-B1F0-4BC9-B9EB-9B943A7E4797}" srcId="{E6FEAED0-187F-4835-94F0-55B34DA8CE20}" destId="{10347BBA-156B-4A48-AC2F-5D307E678852}" srcOrd="2" destOrd="0" parTransId="{6186A0D7-5287-422F-980A-70570223ACCF}" sibTransId="{63614DA0-968C-4C64-B026-C9403B1D0D23}"/>
    <dgm:cxn modelId="{286DD89C-543E-40E3-82AF-CE512A33A269}" type="presOf" srcId="{A8CB2957-3CC0-443C-8D16-D8DF6107B479}" destId="{8F427132-1CDE-49E8-A4B9-71DA640ACCB0}" srcOrd="0" destOrd="0" presId="urn:microsoft.com/office/officeart/2018/2/layout/IconVerticalSolidList"/>
    <dgm:cxn modelId="{8F9CF6C6-B2DC-4BA8-A0D3-EEE8C2448E96}" srcId="{E6FEAED0-187F-4835-94F0-55B34DA8CE20}" destId="{60A9E06A-0B60-45D4-98FB-66D9113C386B}" srcOrd="1" destOrd="0" parTransId="{7209CFB8-8F70-4FF8-98F6-F980B7C43B92}" sibTransId="{0815CC66-3DDF-4B98-AB34-CB04AE48AF5A}"/>
    <dgm:cxn modelId="{BBFA5ED2-AFD5-4810-8025-3763BEE1B1FF}" srcId="{E6FEAED0-187F-4835-94F0-55B34DA8CE20}" destId="{3AC0344C-BD33-404C-BBAC-1EA0A7366769}" srcOrd="0" destOrd="0" parTransId="{52A6D368-799B-4D8A-89B4-D6AEE1146337}" sibTransId="{FA1EDD12-1F2D-4FF9-8CF2-FB1ABE46615F}"/>
    <dgm:cxn modelId="{4DFDEDED-8C5C-4118-9F99-B9D840888184}" type="presOf" srcId="{3AC0344C-BD33-404C-BBAC-1EA0A7366769}" destId="{911CA600-379E-4152-8A75-4D335EA33859}" srcOrd="0" destOrd="0" presId="urn:microsoft.com/office/officeart/2018/2/layout/IconVerticalSolidList"/>
    <dgm:cxn modelId="{32A12CF5-A57D-42EB-8E70-BE9F3FE322B4}" srcId="{E6FEAED0-187F-4835-94F0-55B34DA8CE20}" destId="{A8CB2957-3CC0-443C-8D16-D8DF6107B479}" srcOrd="3" destOrd="0" parTransId="{8787050A-50BC-4F79-982F-11BD7EDF1813}" sibTransId="{322BCBC2-FECE-49D5-B4CA-749BB768CB47}"/>
    <dgm:cxn modelId="{34B13388-DC2F-474D-97D9-E41893A38908}" type="presParOf" srcId="{CD44A27A-024B-48C9-9DE9-2E3EE35B176A}" destId="{524516AA-239E-4F14-B21A-036BB40DCA3E}" srcOrd="0" destOrd="0" presId="urn:microsoft.com/office/officeart/2018/2/layout/IconVerticalSolidList"/>
    <dgm:cxn modelId="{2D71FDC0-1028-43B4-ACED-6025754305A5}" type="presParOf" srcId="{524516AA-239E-4F14-B21A-036BB40DCA3E}" destId="{A62CD693-B024-42E0-87B7-1BD678FE0EE8}" srcOrd="0" destOrd="0" presId="urn:microsoft.com/office/officeart/2018/2/layout/IconVerticalSolidList"/>
    <dgm:cxn modelId="{DB9BCF88-3E8C-408C-9CC1-E8B1C47518F1}" type="presParOf" srcId="{524516AA-239E-4F14-B21A-036BB40DCA3E}" destId="{6C4911FA-AF5C-46EB-8701-EF491FB0EADC}" srcOrd="1" destOrd="0" presId="urn:microsoft.com/office/officeart/2018/2/layout/IconVerticalSolidList"/>
    <dgm:cxn modelId="{9AB417F4-6FD8-47F1-BB4B-83A6BF03F777}" type="presParOf" srcId="{524516AA-239E-4F14-B21A-036BB40DCA3E}" destId="{589AE7E2-97A5-49B4-9FD1-0AC249CA568E}" srcOrd="2" destOrd="0" presId="urn:microsoft.com/office/officeart/2018/2/layout/IconVerticalSolidList"/>
    <dgm:cxn modelId="{C3AA2ED7-7582-40B7-9670-9429A15F6260}" type="presParOf" srcId="{524516AA-239E-4F14-B21A-036BB40DCA3E}" destId="{911CA600-379E-4152-8A75-4D335EA33859}" srcOrd="3" destOrd="0" presId="urn:microsoft.com/office/officeart/2018/2/layout/IconVerticalSolidList"/>
    <dgm:cxn modelId="{6926466E-0264-48FD-B32C-2A71BB41284B}" type="presParOf" srcId="{CD44A27A-024B-48C9-9DE9-2E3EE35B176A}" destId="{F52CA211-6FDE-48A6-8DEF-BAFC49588F54}" srcOrd="1" destOrd="0" presId="urn:microsoft.com/office/officeart/2018/2/layout/IconVerticalSolidList"/>
    <dgm:cxn modelId="{A4E10D2E-5B70-4101-AC35-EF45FD749E11}" type="presParOf" srcId="{CD44A27A-024B-48C9-9DE9-2E3EE35B176A}" destId="{0146B80D-F250-45CF-8D17-A86B7597F1FA}" srcOrd="2" destOrd="0" presId="urn:microsoft.com/office/officeart/2018/2/layout/IconVerticalSolidList"/>
    <dgm:cxn modelId="{A1C9C617-85B6-4C3C-B301-AFA604349E6C}" type="presParOf" srcId="{0146B80D-F250-45CF-8D17-A86B7597F1FA}" destId="{18284748-F0F8-44C5-8711-68506D3DDC36}" srcOrd="0" destOrd="0" presId="urn:microsoft.com/office/officeart/2018/2/layout/IconVerticalSolidList"/>
    <dgm:cxn modelId="{87282073-8D19-434D-9B27-4E227C111573}" type="presParOf" srcId="{0146B80D-F250-45CF-8D17-A86B7597F1FA}" destId="{7586C964-C1A0-4460-BA59-05F2C69B39F6}" srcOrd="1" destOrd="0" presId="urn:microsoft.com/office/officeart/2018/2/layout/IconVerticalSolidList"/>
    <dgm:cxn modelId="{E1D0B99A-F2C6-472A-95DE-8899A5A078F2}" type="presParOf" srcId="{0146B80D-F250-45CF-8D17-A86B7597F1FA}" destId="{691E0183-310A-49CC-B93E-3F9C62D72BE1}" srcOrd="2" destOrd="0" presId="urn:microsoft.com/office/officeart/2018/2/layout/IconVerticalSolidList"/>
    <dgm:cxn modelId="{53236C5D-B6E5-41CA-917F-D345ECEE1318}" type="presParOf" srcId="{0146B80D-F250-45CF-8D17-A86B7597F1FA}" destId="{6A2C383B-D2C9-4F83-A812-998DBDDCB247}" srcOrd="3" destOrd="0" presId="urn:microsoft.com/office/officeart/2018/2/layout/IconVerticalSolidList"/>
    <dgm:cxn modelId="{7789146A-8443-4CE8-A24D-617C6B8C9746}" type="presParOf" srcId="{CD44A27A-024B-48C9-9DE9-2E3EE35B176A}" destId="{1DABD278-C7E0-44C0-A4C3-6FC3F9FFCCF2}" srcOrd="3" destOrd="0" presId="urn:microsoft.com/office/officeart/2018/2/layout/IconVerticalSolidList"/>
    <dgm:cxn modelId="{5EB9621F-9AC4-4AEB-B1F6-A4090B791452}" type="presParOf" srcId="{CD44A27A-024B-48C9-9DE9-2E3EE35B176A}" destId="{0C15CC2B-639D-4EEB-AA1B-79D4D1B7A6CC}" srcOrd="4" destOrd="0" presId="urn:microsoft.com/office/officeart/2018/2/layout/IconVerticalSolidList"/>
    <dgm:cxn modelId="{0C4BC44C-8122-420A-9FA4-A2E73E9133D8}" type="presParOf" srcId="{0C15CC2B-639D-4EEB-AA1B-79D4D1B7A6CC}" destId="{26D8CD20-AA0A-41B0-AE51-31D84221E19E}" srcOrd="0" destOrd="0" presId="urn:microsoft.com/office/officeart/2018/2/layout/IconVerticalSolidList"/>
    <dgm:cxn modelId="{A99156B8-EFBE-4728-9BAC-66B7AEC49B43}" type="presParOf" srcId="{0C15CC2B-639D-4EEB-AA1B-79D4D1B7A6CC}" destId="{78788576-9BEB-44DC-9B3A-CFD7CB76A577}" srcOrd="1" destOrd="0" presId="urn:microsoft.com/office/officeart/2018/2/layout/IconVerticalSolidList"/>
    <dgm:cxn modelId="{3B6C7844-22C3-49F5-9620-FEBF091B62CC}" type="presParOf" srcId="{0C15CC2B-639D-4EEB-AA1B-79D4D1B7A6CC}" destId="{822FBC1D-F58E-4220-A583-4D1DB92D885F}" srcOrd="2" destOrd="0" presId="urn:microsoft.com/office/officeart/2018/2/layout/IconVerticalSolidList"/>
    <dgm:cxn modelId="{92A0C5D9-499B-4EED-ADE0-5D911C353051}" type="presParOf" srcId="{0C15CC2B-639D-4EEB-AA1B-79D4D1B7A6CC}" destId="{BE80E120-ED4F-490D-9004-1BE193E1A9E5}" srcOrd="3" destOrd="0" presId="urn:microsoft.com/office/officeart/2018/2/layout/IconVerticalSolidList"/>
    <dgm:cxn modelId="{32C6A26D-1CA8-4AA5-BEC3-3A29CFE70869}" type="presParOf" srcId="{CD44A27A-024B-48C9-9DE9-2E3EE35B176A}" destId="{12105F14-C01D-40FA-88E6-6B83FF5AADA9}" srcOrd="5" destOrd="0" presId="urn:microsoft.com/office/officeart/2018/2/layout/IconVerticalSolidList"/>
    <dgm:cxn modelId="{DE80893A-6860-4338-8CB6-4B5F1B8BFCB2}" type="presParOf" srcId="{CD44A27A-024B-48C9-9DE9-2E3EE35B176A}" destId="{6F32FD14-F65E-42B5-B592-3EDAFEF061F2}" srcOrd="6" destOrd="0" presId="urn:microsoft.com/office/officeart/2018/2/layout/IconVerticalSolidList"/>
    <dgm:cxn modelId="{BDF58FC4-FAB3-4C78-A993-35A77819E846}" type="presParOf" srcId="{6F32FD14-F65E-42B5-B592-3EDAFEF061F2}" destId="{3A2DE3D6-1074-4577-B719-00250472248D}" srcOrd="0" destOrd="0" presId="urn:microsoft.com/office/officeart/2018/2/layout/IconVerticalSolidList"/>
    <dgm:cxn modelId="{51C30462-848F-4A46-A7B4-F5E4DF9956B9}" type="presParOf" srcId="{6F32FD14-F65E-42B5-B592-3EDAFEF061F2}" destId="{7678110A-7B84-44CA-AC1E-64FB1D981393}" srcOrd="1" destOrd="0" presId="urn:microsoft.com/office/officeart/2018/2/layout/IconVerticalSolidList"/>
    <dgm:cxn modelId="{2CC2DB2A-1042-49A9-B8E1-45EF380C9AF0}" type="presParOf" srcId="{6F32FD14-F65E-42B5-B592-3EDAFEF061F2}" destId="{CB529891-4ED1-44F3-A99B-ADA2DD7CDD7A}" srcOrd="2" destOrd="0" presId="urn:microsoft.com/office/officeart/2018/2/layout/IconVerticalSolidList"/>
    <dgm:cxn modelId="{05963E84-636A-4EF9-8D6E-797F3CD70F97}" type="presParOf" srcId="{6F32FD14-F65E-42B5-B592-3EDAFEF061F2}" destId="{8F427132-1CDE-49E8-A4B9-71DA640ACC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6F1E28B-FAF4-4C40-985C-ACEE652B52A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25EBCE2-BF65-48EE-8D9E-9137804B1D00}">
      <dgm:prSet/>
      <dgm:spPr/>
      <dgm:t>
        <a:bodyPr/>
        <a:lstStyle/>
        <a:p>
          <a:r>
            <a:rPr lang="en-US" b="0" i="0" baseline="0" dirty="0"/>
            <a:t>HTTP </a:t>
          </a:r>
          <a:r>
            <a:rPr lang="en-US" b="1" i="0" baseline="0" dirty="0"/>
            <a:t>idempotent</a:t>
          </a:r>
          <a:r>
            <a:rPr lang="en-US" b="0" i="0" baseline="0" dirty="0"/>
            <a:t> methods (GET, HEAD, PUT, DELETE, OPTIONS) are defined to be safe to repeat; beware POST/PATCH unless you add idempotency keys.</a:t>
          </a:r>
          <a:endParaRPr lang="en-US" dirty="0"/>
        </a:p>
      </dgm:t>
    </dgm:pt>
    <dgm:pt modelId="{46D5D342-55C1-458C-933A-6FCBCB6A9906}" type="parTrans" cxnId="{EFE0E54C-DD40-48FA-923D-561A7BDBFAB4}">
      <dgm:prSet/>
      <dgm:spPr/>
      <dgm:t>
        <a:bodyPr/>
        <a:lstStyle/>
        <a:p>
          <a:endParaRPr lang="en-US"/>
        </a:p>
      </dgm:t>
    </dgm:pt>
    <dgm:pt modelId="{37851366-AB84-41F7-8914-B62DE4E06636}" type="sibTrans" cxnId="{EFE0E54C-DD40-48FA-923D-561A7BDBFAB4}">
      <dgm:prSet/>
      <dgm:spPr/>
      <dgm:t>
        <a:bodyPr/>
        <a:lstStyle/>
        <a:p>
          <a:endParaRPr lang="en-US"/>
        </a:p>
      </dgm:t>
    </dgm:pt>
    <dgm:pt modelId="{BECD84ED-9F9D-4A18-8BE0-48185699AEC7}">
      <dgm:prSet/>
      <dgm:spPr/>
      <dgm:t>
        <a:bodyPr/>
        <a:lstStyle/>
        <a:p>
          <a:r>
            <a:rPr lang="en-US" b="0" i="0" baseline="0"/>
            <a:t>Respect server hints: </a:t>
          </a:r>
          <a:r>
            <a:rPr lang="en-US" b="1" i="0" baseline="0"/>
            <a:t>Retry-After</a:t>
          </a:r>
          <a:r>
            <a:rPr lang="en-US" b="0" i="0" baseline="0"/>
            <a:t> header gives wait time (e.g., after 429/503). </a:t>
          </a:r>
          <a:endParaRPr lang="en-US"/>
        </a:p>
      </dgm:t>
    </dgm:pt>
    <dgm:pt modelId="{6BEEAB46-FC92-4F2A-B2FA-D1BC6E8BCB87}" type="parTrans" cxnId="{B900E575-1FB4-4B47-B11B-8A6338AC609C}">
      <dgm:prSet/>
      <dgm:spPr/>
      <dgm:t>
        <a:bodyPr/>
        <a:lstStyle/>
        <a:p>
          <a:endParaRPr lang="en-US"/>
        </a:p>
      </dgm:t>
    </dgm:pt>
    <dgm:pt modelId="{538F015A-F991-498B-9ADD-769FEABE0667}" type="sibTrans" cxnId="{B900E575-1FB4-4B47-B11B-8A6338AC609C}">
      <dgm:prSet/>
      <dgm:spPr/>
      <dgm:t>
        <a:bodyPr/>
        <a:lstStyle/>
        <a:p>
          <a:endParaRPr lang="en-US"/>
        </a:p>
      </dgm:t>
    </dgm:pt>
    <dgm:pt modelId="{BFEC6FDA-BB81-B44A-9282-BA3B9F8815FD}" type="pres">
      <dgm:prSet presAssocID="{56F1E28B-FAF4-4C40-985C-ACEE652B52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7FC496-124D-F942-AE9D-5F23A06AEC50}" type="pres">
      <dgm:prSet presAssocID="{C25EBCE2-BF65-48EE-8D9E-9137804B1D00}" presName="hierRoot1" presStyleCnt="0"/>
      <dgm:spPr/>
    </dgm:pt>
    <dgm:pt modelId="{89289358-112F-3542-BF79-851A76D1EE53}" type="pres">
      <dgm:prSet presAssocID="{C25EBCE2-BF65-48EE-8D9E-9137804B1D00}" presName="composite" presStyleCnt="0"/>
      <dgm:spPr/>
    </dgm:pt>
    <dgm:pt modelId="{94D395E0-3DC8-3145-89DA-DE74E23F5167}" type="pres">
      <dgm:prSet presAssocID="{C25EBCE2-BF65-48EE-8D9E-9137804B1D00}" presName="background" presStyleLbl="node0" presStyleIdx="0" presStyleCnt="2"/>
      <dgm:spPr/>
    </dgm:pt>
    <dgm:pt modelId="{3928F94F-E134-1D45-B924-6E114E71DB18}" type="pres">
      <dgm:prSet presAssocID="{C25EBCE2-BF65-48EE-8D9E-9137804B1D00}" presName="text" presStyleLbl="fgAcc0" presStyleIdx="0" presStyleCnt="2">
        <dgm:presLayoutVars>
          <dgm:chPref val="3"/>
        </dgm:presLayoutVars>
      </dgm:prSet>
      <dgm:spPr/>
    </dgm:pt>
    <dgm:pt modelId="{2497794C-299B-8E4A-9B04-89FEC280ABD5}" type="pres">
      <dgm:prSet presAssocID="{C25EBCE2-BF65-48EE-8D9E-9137804B1D00}" presName="hierChild2" presStyleCnt="0"/>
      <dgm:spPr/>
    </dgm:pt>
    <dgm:pt modelId="{FA3573AF-1FAF-E84D-9810-8790708FB974}" type="pres">
      <dgm:prSet presAssocID="{BECD84ED-9F9D-4A18-8BE0-48185699AEC7}" presName="hierRoot1" presStyleCnt="0"/>
      <dgm:spPr/>
    </dgm:pt>
    <dgm:pt modelId="{D6975A9F-C268-3F40-A04F-2D35C09DC0C4}" type="pres">
      <dgm:prSet presAssocID="{BECD84ED-9F9D-4A18-8BE0-48185699AEC7}" presName="composite" presStyleCnt="0"/>
      <dgm:spPr/>
    </dgm:pt>
    <dgm:pt modelId="{C059BCAF-3B8A-8742-8436-0E8B54598F78}" type="pres">
      <dgm:prSet presAssocID="{BECD84ED-9F9D-4A18-8BE0-48185699AEC7}" presName="background" presStyleLbl="node0" presStyleIdx="1" presStyleCnt="2"/>
      <dgm:spPr/>
    </dgm:pt>
    <dgm:pt modelId="{BF9CE16A-3A2E-C942-B3F4-51BCE1EE20B1}" type="pres">
      <dgm:prSet presAssocID="{BECD84ED-9F9D-4A18-8BE0-48185699AEC7}" presName="text" presStyleLbl="fgAcc0" presStyleIdx="1" presStyleCnt="2">
        <dgm:presLayoutVars>
          <dgm:chPref val="3"/>
        </dgm:presLayoutVars>
      </dgm:prSet>
      <dgm:spPr/>
    </dgm:pt>
    <dgm:pt modelId="{6C2D6465-C118-B140-986C-0B83350F3951}" type="pres">
      <dgm:prSet presAssocID="{BECD84ED-9F9D-4A18-8BE0-48185699AEC7}" presName="hierChild2" presStyleCnt="0"/>
      <dgm:spPr/>
    </dgm:pt>
  </dgm:ptLst>
  <dgm:cxnLst>
    <dgm:cxn modelId="{65312D07-57D1-104C-BA25-25B152C723CF}" type="presOf" srcId="{56F1E28B-FAF4-4C40-985C-ACEE652B52A9}" destId="{BFEC6FDA-BB81-B44A-9282-BA3B9F8815FD}" srcOrd="0" destOrd="0" presId="urn:microsoft.com/office/officeart/2005/8/layout/hierarchy1"/>
    <dgm:cxn modelId="{EFE0E54C-DD40-48FA-923D-561A7BDBFAB4}" srcId="{56F1E28B-FAF4-4C40-985C-ACEE652B52A9}" destId="{C25EBCE2-BF65-48EE-8D9E-9137804B1D00}" srcOrd="0" destOrd="0" parTransId="{46D5D342-55C1-458C-933A-6FCBCB6A9906}" sibTransId="{37851366-AB84-41F7-8914-B62DE4E06636}"/>
    <dgm:cxn modelId="{B900E575-1FB4-4B47-B11B-8A6338AC609C}" srcId="{56F1E28B-FAF4-4C40-985C-ACEE652B52A9}" destId="{BECD84ED-9F9D-4A18-8BE0-48185699AEC7}" srcOrd="1" destOrd="0" parTransId="{6BEEAB46-FC92-4F2A-B2FA-D1BC6E8BCB87}" sibTransId="{538F015A-F991-498B-9ADD-769FEABE0667}"/>
    <dgm:cxn modelId="{96DDB394-5878-0047-A34A-686805191CD0}" type="presOf" srcId="{C25EBCE2-BF65-48EE-8D9E-9137804B1D00}" destId="{3928F94F-E134-1D45-B924-6E114E71DB18}" srcOrd="0" destOrd="0" presId="urn:microsoft.com/office/officeart/2005/8/layout/hierarchy1"/>
    <dgm:cxn modelId="{8A2BC89C-DFD4-3940-B1AF-E83B3BB5151E}" type="presOf" srcId="{BECD84ED-9F9D-4A18-8BE0-48185699AEC7}" destId="{BF9CE16A-3A2E-C942-B3F4-51BCE1EE20B1}" srcOrd="0" destOrd="0" presId="urn:microsoft.com/office/officeart/2005/8/layout/hierarchy1"/>
    <dgm:cxn modelId="{ABE8D09B-62D0-0D40-85B6-94315267C3A4}" type="presParOf" srcId="{BFEC6FDA-BB81-B44A-9282-BA3B9F8815FD}" destId="{8E7FC496-124D-F942-AE9D-5F23A06AEC50}" srcOrd="0" destOrd="0" presId="urn:microsoft.com/office/officeart/2005/8/layout/hierarchy1"/>
    <dgm:cxn modelId="{E4D1B85B-DCBC-CF48-80FE-3D18F1BDFD61}" type="presParOf" srcId="{8E7FC496-124D-F942-AE9D-5F23A06AEC50}" destId="{89289358-112F-3542-BF79-851A76D1EE53}" srcOrd="0" destOrd="0" presId="urn:microsoft.com/office/officeart/2005/8/layout/hierarchy1"/>
    <dgm:cxn modelId="{1C836A73-FFA7-544C-844E-4E002A5618FD}" type="presParOf" srcId="{89289358-112F-3542-BF79-851A76D1EE53}" destId="{94D395E0-3DC8-3145-89DA-DE74E23F5167}" srcOrd="0" destOrd="0" presId="urn:microsoft.com/office/officeart/2005/8/layout/hierarchy1"/>
    <dgm:cxn modelId="{8A72B5CF-1AE4-6141-AEA9-4C63536FA3D5}" type="presParOf" srcId="{89289358-112F-3542-BF79-851A76D1EE53}" destId="{3928F94F-E134-1D45-B924-6E114E71DB18}" srcOrd="1" destOrd="0" presId="urn:microsoft.com/office/officeart/2005/8/layout/hierarchy1"/>
    <dgm:cxn modelId="{131CE847-F1E7-D343-A4A3-7EB9E3956888}" type="presParOf" srcId="{8E7FC496-124D-F942-AE9D-5F23A06AEC50}" destId="{2497794C-299B-8E4A-9B04-89FEC280ABD5}" srcOrd="1" destOrd="0" presId="urn:microsoft.com/office/officeart/2005/8/layout/hierarchy1"/>
    <dgm:cxn modelId="{B946D44D-521F-3642-8E5F-A4325B41A178}" type="presParOf" srcId="{BFEC6FDA-BB81-B44A-9282-BA3B9F8815FD}" destId="{FA3573AF-1FAF-E84D-9810-8790708FB974}" srcOrd="1" destOrd="0" presId="urn:microsoft.com/office/officeart/2005/8/layout/hierarchy1"/>
    <dgm:cxn modelId="{4DA8704E-9233-9A49-BE83-FF9C9BC186E0}" type="presParOf" srcId="{FA3573AF-1FAF-E84D-9810-8790708FB974}" destId="{D6975A9F-C268-3F40-A04F-2D35C09DC0C4}" srcOrd="0" destOrd="0" presId="urn:microsoft.com/office/officeart/2005/8/layout/hierarchy1"/>
    <dgm:cxn modelId="{363260C3-C8F4-9545-8EF8-ABF3E74CFDEA}" type="presParOf" srcId="{D6975A9F-C268-3F40-A04F-2D35C09DC0C4}" destId="{C059BCAF-3B8A-8742-8436-0E8B54598F78}" srcOrd="0" destOrd="0" presId="urn:microsoft.com/office/officeart/2005/8/layout/hierarchy1"/>
    <dgm:cxn modelId="{F34AA543-EC5D-8A4B-92C6-91302A80426E}" type="presParOf" srcId="{D6975A9F-C268-3F40-A04F-2D35C09DC0C4}" destId="{BF9CE16A-3A2E-C942-B3F4-51BCE1EE20B1}" srcOrd="1" destOrd="0" presId="urn:microsoft.com/office/officeart/2005/8/layout/hierarchy1"/>
    <dgm:cxn modelId="{CFB36A84-CDEE-7A42-9E4A-0A4C80B825D7}" type="presParOf" srcId="{FA3573AF-1FAF-E84D-9810-8790708FB974}" destId="{6C2D6465-C118-B140-986C-0B83350F39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E5BB4C-18FF-43A0-9B49-4C8CCE328FD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B353A447-6BD9-48A1-BE3C-93F3F8D255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Use </a:t>
          </a:r>
          <a:r>
            <a:rPr lang="en-US" b="1" i="0" baseline="0" dirty="0"/>
            <a:t>exponential backoff</a:t>
          </a:r>
          <a:r>
            <a:rPr lang="en-US" b="0" i="0" baseline="0" dirty="0"/>
            <a:t> with </a:t>
          </a:r>
          <a:r>
            <a:rPr lang="en-US" b="1" i="0" baseline="0" dirty="0"/>
            <a:t>jitter</a:t>
          </a:r>
          <a:r>
            <a:rPr lang="en-US" b="0" i="0" baseline="0" dirty="0"/>
            <a:t> to avoid thundering herds and synchronized retries. Cap the max delay. </a:t>
          </a:r>
          <a:endParaRPr lang="en-US" dirty="0"/>
        </a:p>
      </dgm:t>
    </dgm:pt>
    <dgm:pt modelId="{784D0D71-3A5A-4F1F-893C-3DA892D0D8E5}" type="parTrans" cxnId="{C29D7347-2342-4557-910D-E56466B62A8D}">
      <dgm:prSet/>
      <dgm:spPr/>
      <dgm:t>
        <a:bodyPr/>
        <a:lstStyle/>
        <a:p>
          <a:endParaRPr lang="en-US"/>
        </a:p>
      </dgm:t>
    </dgm:pt>
    <dgm:pt modelId="{135D4383-5D9D-425D-A2F1-154A3FA18E53}" type="sibTrans" cxnId="{C29D7347-2342-4557-910D-E56466B62A8D}">
      <dgm:prSet/>
      <dgm:spPr/>
      <dgm:t>
        <a:bodyPr/>
        <a:lstStyle/>
        <a:p>
          <a:endParaRPr lang="en-US"/>
        </a:p>
      </dgm:t>
    </dgm:pt>
    <dgm:pt modelId="{4B4EE4D1-A301-46CE-9FB3-BC594DD3E3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Client-side </a:t>
          </a:r>
          <a:r>
            <a:rPr lang="en-US" b="1" i="0" baseline="0"/>
            <a:t>adaptive throttling</a:t>
          </a:r>
          <a:r>
            <a:rPr lang="en-US" b="0" i="0" baseline="0"/>
            <a:t> can stabilize systems under overload.</a:t>
          </a:r>
          <a:endParaRPr lang="en-US"/>
        </a:p>
      </dgm:t>
    </dgm:pt>
    <dgm:pt modelId="{D663211B-5FBF-43C5-8B3C-5C3A621062B0}" type="parTrans" cxnId="{3B3476B2-F69D-46EF-A9AC-D0E9A6D75EA3}">
      <dgm:prSet/>
      <dgm:spPr/>
      <dgm:t>
        <a:bodyPr/>
        <a:lstStyle/>
        <a:p>
          <a:endParaRPr lang="en-US"/>
        </a:p>
      </dgm:t>
    </dgm:pt>
    <dgm:pt modelId="{D8738B9E-F287-440E-911B-F09444CB4C14}" type="sibTrans" cxnId="{3B3476B2-F69D-46EF-A9AC-D0E9A6D75EA3}">
      <dgm:prSet/>
      <dgm:spPr/>
      <dgm:t>
        <a:bodyPr/>
        <a:lstStyle/>
        <a:p>
          <a:endParaRPr lang="en-US"/>
        </a:p>
      </dgm:t>
    </dgm:pt>
    <dgm:pt modelId="{FA37E427-54E4-4597-8934-B88C7EBBB66B}" type="pres">
      <dgm:prSet presAssocID="{C8E5BB4C-18FF-43A0-9B49-4C8CCE328FDF}" presName="root" presStyleCnt="0">
        <dgm:presLayoutVars>
          <dgm:dir/>
          <dgm:resizeHandles val="exact"/>
        </dgm:presLayoutVars>
      </dgm:prSet>
      <dgm:spPr/>
    </dgm:pt>
    <dgm:pt modelId="{2547BC74-2669-4004-8BDD-41482F07918C}" type="pres">
      <dgm:prSet presAssocID="{B353A447-6BD9-48A1-BE3C-93F3F8D2557D}" presName="compNode" presStyleCnt="0"/>
      <dgm:spPr/>
    </dgm:pt>
    <dgm:pt modelId="{AA16A6E1-8E92-414D-AE48-52418F51B682}" type="pres">
      <dgm:prSet presAssocID="{B353A447-6BD9-48A1-BE3C-93F3F8D2557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at"/>
        </a:ext>
      </dgm:extLst>
    </dgm:pt>
    <dgm:pt modelId="{99C0408E-964E-4A83-B914-7AA53AD8A726}" type="pres">
      <dgm:prSet presAssocID="{B353A447-6BD9-48A1-BE3C-93F3F8D2557D}" presName="spaceRect" presStyleCnt="0"/>
      <dgm:spPr/>
    </dgm:pt>
    <dgm:pt modelId="{DAC48E92-D991-47C4-8652-334AEA3F4D6A}" type="pres">
      <dgm:prSet presAssocID="{B353A447-6BD9-48A1-BE3C-93F3F8D2557D}" presName="textRect" presStyleLbl="revTx" presStyleIdx="0" presStyleCnt="2">
        <dgm:presLayoutVars>
          <dgm:chMax val="1"/>
          <dgm:chPref val="1"/>
        </dgm:presLayoutVars>
      </dgm:prSet>
      <dgm:spPr/>
    </dgm:pt>
    <dgm:pt modelId="{DB5EF2BB-451B-4D7A-94CB-384A159AE9FC}" type="pres">
      <dgm:prSet presAssocID="{135D4383-5D9D-425D-A2F1-154A3FA18E53}" presName="sibTrans" presStyleCnt="0"/>
      <dgm:spPr/>
    </dgm:pt>
    <dgm:pt modelId="{00D0382F-E22D-44A1-8B5A-ECDB2341A797}" type="pres">
      <dgm:prSet presAssocID="{4B4EE4D1-A301-46CE-9FB3-BC594DD3E31F}" presName="compNode" presStyleCnt="0"/>
      <dgm:spPr/>
    </dgm:pt>
    <dgm:pt modelId="{0A274F2E-7A99-4ABC-8321-69C2E0AC35DC}" type="pres">
      <dgm:prSet presAssocID="{4B4EE4D1-A301-46CE-9FB3-BC594DD3E31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DED96738-C355-479B-A42E-4AAF9F5E9230}" type="pres">
      <dgm:prSet presAssocID="{4B4EE4D1-A301-46CE-9FB3-BC594DD3E31F}" presName="spaceRect" presStyleCnt="0"/>
      <dgm:spPr/>
    </dgm:pt>
    <dgm:pt modelId="{8BBC9DB3-1B4F-492C-A5A1-443544F5B0B9}" type="pres">
      <dgm:prSet presAssocID="{4B4EE4D1-A301-46CE-9FB3-BC594DD3E31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BE11D01-E8E6-CE4D-A29F-0E44F9DEFB4E}" type="presOf" srcId="{C8E5BB4C-18FF-43A0-9B49-4C8CCE328FDF}" destId="{FA37E427-54E4-4597-8934-B88C7EBBB66B}" srcOrd="0" destOrd="0" presId="urn:microsoft.com/office/officeart/2018/2/layout/IconLabelList"/>
    <dgm:cxn modelId="{C29D7347-2342-4557-910D-E56466B62A8D}" srcId="{C8E5BB4C-18FF-43A0-9B49-4C8CCE328FDF}" destId="{B353A447-6BD9-48A1-BE3C-93F3F8D2557D}" srcOrd="0" destOrd="0" parTransId="{784D0D71-3A5A-4F1F-893C-3DA892D0D8E5}" sibTransId="{135D4383-5D9D-425D-A2F1-154A3FA18E53}"/>
    <dgm:cxn modelId="{80FBE94D-4858-3747-B2DB-60A13A860FB2}" type="presOf" srcId="{B353A447-6BD9-48A1-BE3C-93F3F8D2557D}" destId="{DAC48E92-D991-47C4-8652-334AEA3F4D6A}" srcOrd="0" destOrd="0" presId="urn:microsoft.com/office/officeart/2018/2/layout/IconLabelList"/>
    <dgm:cxn modelId="{959FB87C-D5E0-0D4A-BF61-22A3E07A7559}" type="presOf" srcId="{4B4EE4D1-A301-46CE-9FB3-BC594DD3E31F}" destId="{8BBC9DB3-1B4F-492C-A5A1-443544F5B0B9}" srcOrd="0" destOrd="0" presId="urn:microsoft.com/office/officeart/2018/2/layout/IconLabelList"/>
    <dgm:cxn modelId="{3B3476B2-F69D-46EF-A9AC-D0E9A6D75EA3}" srcId="{C8E5BB4C-18FF-43A0-9B49-4C8CCE328FDF}" destId="{4B4EE4D1-A301-46CE-9FB3-BC594DD3E31F}" srcOrd="1" destOrd="0" parTransId="{D663211B-5FBF-43C5-8B3C-5C3A621062B0}" sibTransId="{D8738B9E-F287-440E-911B-F09444CB4C14}"/>
    <dgm:cxn modelId="{0812EEFD-7658-1B43-9CDC-E73AA6B9BC76}" type="presParOf" srcId="{FA37E427-54E4-4597-8934-B88C7EBBB66B}" destId="{2547BC74-2669-4004-8BDD-41482F07918C}" srcOrd="0" destOrd="0" presId="urn:microsoft.com/office/officeart/2018/2/layout/IconLabelList"/>
    <dgm:cxn modelId="{DA5179A4-7E79-5F48-B13E-23FE0F732FEF}" type="presParOf" srcId="{2547BC74-2669-4004-8BDD-41482F07918C}" destId="{AA16A6E1-8E92-414D-AE48-52418F51B682}" srcOrd="0" destOrd="0" presId="urn:microsoft.com/office/officeart/2018/2/layout/IconLabelList"/>
    <dgm:cxn modelId="{C69AE5EF-37B8-B542-A9F9-C8071173021E}" type="presParOf" srcId="{2547BC74-2669-4004-8BDD-41482F07918C}" destId="{99C0408E-964E-4A83-B914-7AA53AD8A726}" srcOrd="1" destOrd="0" presId="urn:microsoft.com/office/officeart/2018/2/layout/IconLabelList"/>
    <dgm:cxn modelId="{F2305F1D-9C17-E340-9B89-5125C9EEB33F}" type="presParOf" srcId="{2547BC74-2669-4004-8BDD-41482F07918C}" destId="{DAC48E92-D991-47C4-8652-334AEA3F4D6A}" srcOrd="2" destOrd="0" presId="urn:microsoft.com/office/officeart/2018/2/layout/IconLabelList"/>
    <dgm:cxn modelId="{6B828A91-8F9E-F748-A638-800AB3613CB1}" type="presParOf" srcId="{FA37E427-54E4-4597-8934-B88C7EBBB66B}" destId="{DB5EF2BB-451B-4D7A-94CB-384A159AE9FC}" srcOrd="1" destOrd="0" presId="urn:microsoft.com/office/officeart/2018/2/layout/IconLabelList"/>
    <dgm:cxn modelId="{47B5D656-B2AD-4342-B69B-15E4A6F3415E}" type="presParOf" srcId="{FA37E427-54E4-4597-8934-B88C7EBBB66B}" destId="{00D0382F-E22D-44A1-8B5A-ECDB2341A797}" srcOrd="2" destOrd="0" presId="urn:microsoft.com/office/officeart/2018/2/layout/IconLabelList"/>
    <dgm:cxn modelId="{D725BA2C-BED2-8144-B5B2-161B01BEA0F0}" type="presParOf" srcId="{00D0382F-E22D-44A1-8B5A-ECDB2341A797}" destId="{0A274F2E-7A99-4ABC-8321-69C2E0AC35DC}" srcOrd="0" destOrd="0" presId="urn:microsoft.com/office/officeart/2018/2/layout/IconLabelList"/>
    <dgm:cxn modelId="{C6EBF4BD-30CD-9D4D-9122-027E08366F9F}" type="presParOf" srcId="{00D0382F-E22D-44A1-8B5A-ECDB2341A797}" destId="{DED96738-C355-479B-A42E-4AAF9F5E9230}" srcOrd="1" destOrd="0" presId="urn:microsoft.com/office/officeart/2018/2/layout/IconLabelList"/>
    <dgm:cxn modelId="{DD3609BD-38C5-E646-AF9D-F96448123E0D}" type="presParOf" srcId="{00D0382F-E22D-44A1-8B5A-ECDB2341A797}" destId="{8BBC9DB3-1B4F-492C-A5A1-443544F5B0B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CAC069F-1FC9-43C5-9297-C96C145899E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DC05E62-56A9-4032-921D-C93146472E7B}">
      <dgm:prSet/>
      <dgm:spPr/>
      <dgm:t>
        <a:bodyPr/>
        <a:lstStyle/>
        <a:p>
          <a:r>
            <a:rPr lang="en-US"/>
            <a:t>When many clients retry failed requests at the same time (e.g., after a transient outage or rate-limit error), they can all flood the server simultaneously.</a:t>
          </a:r>
        </a:p>
      </dgm:t>
    </dgm:pt>
    <dgm:pt modelId="{6738B853-27D2-44DD-8AFD-0465D1D5D4B3}" type="parTrans" cxnId="{55119BD7-7BE3-4D6A-BB20-BEE28C57BF3D}">
      <dgm:prSet/>
      <dgm:spPr/>
      <dgm:t>
        <a:bodyPr/>
        <a:lstStyle/>
        <a:p>
          <a:endParaRPr lang="en-US"/>
        </a:p>
      </dgm:t>
    </dgm:pt>
    <dgm:pt modelId="{4A298104-6FB5-4729-9243-FD1E71EF4A64}" type="sibTrans" cxnId="{55119BD7-7BE3-4D6A-BB20-BEE28C57BF3D}">
      <dgm:prSet/>
      <dgm:spPr/>
      <dgm:t>
        <a:bodyPr/>
        <a:lstStyle/>
        <a:p>
          <a:endParaRPr lang="en-US"/>
        </a:p>
      </dgm:t>
    </dgm:pt>
    <dgm:pt modelId="{1CFE4FFC-D3FC-4A90-8909-75B2B569A5EA}">
      <dgm:prSet/>
      <dgm:spPr/>
      <dgm:t>
        <a:bodyPr/>
        <a:lstStyle/>
        <a:p>
          <a:r>
            <a:rPr lang="en-US"/>
            <a:t>This synchronized retry surge can </a:t>
          </a:r>
          <a:r>
            <a:rPr lang="en-US" b="1"/>
            <a:t>worsen overload</a:t>
          </a:r>
          <a:r>
            <a:rPr lang="en-US"/>
            <a:t> and </a:t>
          </a:r>
          <a:r>
            <a:rPr lang="en-US" b="1"/>
            <a:t>delay recovery</a:t>
          </a:r>
          <a:r>
            <a:rPr lang="en-US"/>
            <a:t>.</a:t>
          </a:r>
        </a:p>
      </dgm:t>
    </dgm:pt>
    <dgm:pt modelId="{F54CDB73-66B8-4361-8086-1D0700F34082}" type="parTrans" cxnId="{79680ECF-0C89-4B34-8B23-C7288727A650}">
      <dgm:prSet/>
      <dgm:spPr/>
      <dgm:t>
        <a:bodyPr/>
        <a:lstStyle/>
        <a:p>
          <a:endParaRPr lang="en-US"/>
        </a:p>
      </dgm:t>
    </dgm:pt>
    <dgm:pt modelId="{9CA3BB89-B080-4FDE-96B6-F3FDF8CDC8BB}" type="sibTrans" cxnId="{79680ECF-0C89-4B34-8B23-C7288727A650}">
      <dgm:prSet/>
      <dgm:spPr/>
      <dgm:t>
        <a:bodyPr/>
        <a:lstStyle/>
        <a:p>
          <a:endParaRPr lang="en-US"/>
        </a:p>
      </dgm:t>
    </dgm:pt>
    <dgm:pt modelId="{22A1F2E4-8D58-4145-97E6-47D9EBA86671}">
      <dgm:prSet custT="1"/>
      <dgm:spPr/>
      <dgm:t>
        <a:bodyPr/>
        <a:lstStyle/>
        <a:p>
          <a:r>
            <a:rPr lang="en-US" sz="2800" b="1" dirty="0"/>
            <a:t>To solve this:</a:t>
          </a:r>
          <a:br>
            <a:rPr lang="en-US" sz="1800" dirty="0"/>
          </a:br>
          <a:r>
            <a:rPr lang="en-US" sz="1800" dirty="0"/>
            <a:t>Increase the delay </a:t>
          </a:r>
          <a:r>
            <a:rPr lang="en-US" sz="1800" b="1" dirty="0"/>
            <a:t>exponentially</a:t>
          </a:r>
          <a:r>
            <a:rPr lang="en-US" sz="1800" dirty="0"/>
            <a:t> after each retry attempt:</a:t>
          </a:r>
        </a:p>
      </dgm:t>
    </dgm:pt>
    <dgm:pt modelId="{B6383DAE-9802-4954-A6C2-B0672D1A16DE}" type="parTrans" cxnId="{43D188F7-2C06-490A-BAFD-6333270684EE}">
      <dgm:prSet/>
      <dgm:spPr/>
      <dgm:t>
        <a:bodyPr/>
        <a:lstStyle/>
        <a:p>
          <a:endParaRPr lang="en-US"/>
        </a:p>
      </dgm:t>
    </dgm:pt>
    <dgm:pt modelId="{6EBF04F5-B091-4FBF-85B7-FBB37302FC35}" type="sibTrans" cxnId="{43D188F7-2C06-490A-BAFD-6333270684EE}">
      <dgm:prSet/>
      <dgm:spPr/>
      <dgm:t>
        <a:bodyPr/>
        <a:lstStyle/>
        <a:p>
          <a:endParaRPr lang="en-US"/>
        </a:p>
      </dgm:t>
    </dgm:pt>
    <dgm:pt modelId="{D3926FB9-8752-408D-8539-331F42122551}">
      <dgm:prSet/>
      <dgm:spPr/>
      <dgm:t>
        <a:bodyPr/>
        <a:lstStyle/>
        <a:p>
          <a:r>
            <a:rPr lang="en-US"/>
            <a:t>Example: 1s → 2s → 4s → 8s → 16s …</a:t>
          </a:r>
        </a:p>
      </dgm:t>
    </dgm:pt>
    <dgm:pt modelId="{F4745624-FC27-4888-8C76-76D995FEFB41}" type="parTrans" cxnId="{77B6E4B0-CD53-4A8F-A299-9C0C426E2BA4}">
      <dgm:prSet/>
      <dgm:spPr/>
      <dgm:t>
        <a:bodyPr/>
        <a:lstStyle/>
        <a:p>
          <a:endParaRPr lang="en-US"/>
        </a:p>
      </dgm:t>
    </dgm:pt>
    <dgm:pt modelId="{CA85409B-181E-48B4-AA02-519481B74414}" type="sibTrans" cxnId="{77B6E4B0-CD53-4A8F-A299-9C0C426E2BA4}">
      <dgm:prSet/>
      <dgm:spPr/>
      <dgm:t>
        <a:bodyPr/>
        <a:lstStyle/>
        <a:p>
          <a:endParaRPr lang="en-US"/>
        </a:p>
      </dgm:t>
    </dgm:pt>
    <dgm:pt modelId="{1065198F-4CE3-4607-8A8B-0E9530128D2F}">
      <dgm:prSet/>
      <dgm:spPr/>
      <dgm:t>
        <a:bodyPr/>
        <a:lstStyle/>
        <a:p>
          <a:r>
            <a:rPr lang="en-US"/>
            <a:t>This allows transient issues to resolve before retrying, reducing wasted retries.</a:t>
          </a:r>
        </a:p>
      </dgm:t>
    </dgm:pt>
    <dgm:pt modelId="{51F7DA8D-1769-419B-8569-473A309622E2}" type="parTrans" cxnId="{85BF6199-3AEA-4BFF-9E12-A2195AE3BF60}">
      <dgm:prSet/>
      <dgm:spPr/>
      <dgm:t>
        <a:bodyPr/>
        <a:lstStyle/>
        <a:p>
          <a:endParaRPr lang="en-US"/>
        </a:p>
      </dgm:t>
    </dgm:pt>
    <dgm:pt modelId="{019BF134-7F96-40BC-83FD-758806BB3D62}" type="sibTrans" cxnId="{85BF6199-3AEA-4BFF-9E12-A2195AE3BF60}">
      <dgm:prSet/>
      <dgm:spPr/>
      <dgm:t>
        <a:bodyPr/>
        <a:lstStyle/>
        <a:p>
          <a:endParaRPr lang="en-US"/>
        </a:p>
      </dgm:t>
    </dgm:pt>
    <dgm:pt modelId="{5398C4C0-E2CF-422B-AA0D-94C5188BD1D9}">
      <dgm:prSet/>
      <dgm:spPr/>
      <dgm:t>
        <a:bodyPr/>
        <a:lstStyle/>
        <a:p>
          <a:r>
            <a:rPr lang="en-US"/>
            <a:t>Always </a:t>
          </a:r>
          <a:r>
            <a:rPr lang="en-US" b="1"/>
            <a:t>cap the maximum delay</a:t>
          </a:r>
          <a:r>
            <a:rPr lang="en-US"/>
            <a:t> (e.g., 30 seconds or 1 minute) to prevent excessive waiting.</a:t>
          </a:r>
        </a:p>
      </dgm:t>
    </dgm:pt>
    <dgm:pt modelId="{19D325C0-0A92-4568-94C5-EEB55B115FDF}" type="parTrans" cxnId="{DA94F94C-FC46-4517-B844-7BB437D29F04}">
      <dgm:prSet/>
      <dgm:spPr/>
      <dgm:t>
        <a:bodyPr/>
        <a:lstStyle/>
        <a:p>
          <a:endParaRPr lang="en-US"/>
        </a:p>
      </dgm:t>
    </dgm:pt>
    <dgm:pt modelId="{73A91034-21D6-4E41-89FC-13E97D6FFAE1}" type="sibTrans" cxnId="{DA94F94C-FC46-4517-B844-7BB437D29F04}">
      <dgm:prSet/>
      <dgm:spPr/>
      <dgm:t>
        <a:bodyPr/>
        <a:lstStyle/>
        <a:p>
          <a:endParaRPr lang="en-US"/>
        </a:p>
      </dgm:t>
    </dgm:pt>
    <dgm:pt modelId="{E48BDC6A-CB80-0D47-B2C3-9924CA58DA68}" type="pres">
      <dgm:prSet presAssocID="{BCAC069F-1FC9-43C5-9297-C96C145899E2}" presName="vert0" presStyleCnt="0">
        <dgm:presLayoutVars>
          <dgm:dir/>
          <dgm:animOne val="branch"/>
          <dgm:animLvl val="lvl"/>
        </dgm:presLayoutVars>
      </dgm:prSet>
      <dgm:spPr/>
    </dgm:pt>
    <dgm:pt modelId="{C5683130-8E3F-BC42-ACC6-54A68AA5E0C7}" type="pres">
      <dgm:prSet presAssocID="{1DC05E62-56A9-4032-921D-C93146472E7B}" presName="thickLine" presStyleLbl="alignNode1" presStyleIdx="0" presStyleCnt="6"/>
      <dgm:spPr/>
    </dgm:pt>
    <dgm:pt modelId="{7AD3C480-FBE4-4145-AB17-D299CDA74A58}" type="pres">
      <dgm:prSet presAssocID="{1DC05E62-56A9-4032-921D-C93146472E7B}" presName="horz1" presStyleCnt="0"/>
      <dgm:spPr/>
    </dgm:pt>
    <dgm:pt modelId="{B5DB48F9-4D06-6648-A412-7FDA04081B22}" type="pres">
      <dgm:prSet presAssocID="{1DC05E62-56A9-4032-921D-C93146472E7B}" presName="tx1" presStyleLbl="revTx" presStyleIdx="0" presStyleCnt="6"/>
      <dgm:spPr/>
    </dgm:pt>
    <dgm:pt modelId="{A7191B40-8402-C449-9BAF-48040B8EE69D}" type="pres">
      <dgm:prSet presAssocID="{1DC05E62-56A9-4032-921D-C93146472E7B}" presName="vert1" presStyleCnt="0"/>
      <dgm:spPr/>
    </dgm:pt>
    <dgm:pt modelId="{48DA0EB3-C490-1A4F-9D30-C8DAAC4EDFA2}" type="pres">
      <dgm:prSet presAssocID="{1CFE4FFC-D3FC-4A90-8909-75B2B569A5EA}" presName="thickLine" presStyleLbl="alignNode1" presStyleIdx="1" presStyleCnt="6"/>
      <dgm:spPr/>
    </dgm:pt>
    <dgm:pt modelId="{9E86B7CB-4221-0649-ACE9-62EB621D9ED2}" type="pres">
      <dgm:prSet presAssocID="{1CFE4FFC-D3FC-4A90-8909-75B2B569A5EA}" presName="horz1" presStyleCnt="0"/>
      <dgm:spPr/>
    </dgm:pt>
    <dgm:pt modelId="{957B1A9C-A8D6-154F-B5FF-1215638C7306}" type="pres">
      <dgm:prSet presAssocID="{1CFE4FFC-D3FC-4A90-8909-75B2B569A5EA}" presName="tx1" presStyleLbl="revTx" presStyleIdx="1" presStyleCnt="6"/>
      <dgm:spPr/>
    </dgm:pt>
    <dgm:pt modelId="{182FB9A3-CD5F-C240-B82B-C49A3ED0418E}" type="pres">
      <dgm:prSet presAssocID="{1CFE4FFC-D3FC-4A90-8909-75B2B569A5EA}" presName="vert1" presStyleCnt="0"/>
      <dgm:spPr/>
    </dgm:pt>
    <dgm:pt modelId="{FB982DCF-0B2F-E741-9297-8B4746CDC4AE}" type="pres">
      <dgm:prSet presAssocID="{22A1F2E4-8D58-4145-97E6-47D9EBA86671}" presName="thickLine" presStyleLbl="alignNode1" presStyleIdx="2" presStyleCnt="6"/>
      <dgm:spPr/>
    </dgm:pt>
    <dgm:pt modelId="{C4BFD1CE-CF1A-D84F-8C66-BBECD1AFD402}" type="pres">
      <dgm:prSet presAssocID="{22A1F2E4-8D58-4145-97E6-47D9EBA86671}" presName="horz1" presStyleCnt="0"/>
      <dgm:spPr/>
    </dgm:pt>
    <dgm:pt modelId="{3F68D02C-30E7-D946-99B3-6909BE0D658D}" type="pres">
      <dgm:prSet presAssocID="{22A1F2E4-8D58-4145-97E6-47D9EBA86671}" presName="tx1" presStyleLbl="revTx" presStyleIdx="2" presStyleCnt="6"/>
      <dgm:spPr/>
    </dgm:pt>
    <dgm:pt modelId="{FA6FD8DA-C578-574C-B9F7-5929E7C0CB37}" type="pres">
      <dgm:prSet presAssocID="{22A1F2E4-8D58-4145-97E6-47D9EBA86671}" presName="vert1" presStyleCnt="0"/>
      <dgm:spPr/>
    </dgm:pt>
    <dgm:pt modelId="{CC3B84FE-8173-B444-AEC9-BE5D74321FD4}" type="pres">
      <dgm:prSet presAssocID="{D3926FB9-8752-408D-8539-331F42122551}" presName="thickLine" presStyleLbl="alignNode1" presStyleIdx="3" presStyleCnt="6"/>
      <dgm:spPr/>
    </dgm:pt>
    <dgm:pt modelId="{58CD159C-2BEC-2945-BBAF-09F14763E24A}" type="pres">
      <dgm:prSet presAssocID="{D3926FB9-8752-408D-8539-331F42122551}" presName="horz1" presStyleCnt="0"/>
      <dgm:spPr/>
    </dgm:pt>
    <dgm:pt modelId="{DFBCAD98-6DE8-C948-8678-F07294232E75}" type="pres">
      <dgm:prSet presAssocID="{D3926FB9-8752-408D-8539-331F42122551}" presName="tx1" presStyleLbl="revTx" presStyleIdx="3" presStyleCnt="6"/>
      <dgm:spPr/>
    </dgm:pt>
    <dgm:pt modelId="{77F0A64B-9C02-CE41-8CEA-08F174CD8474}" type="pres">
      <dgm:prSet presAssocID="{D3926FB9-8752-408D-8539-331F42122551}" presName="vert1" presStyleCnt="0"/>
      <dgm:spPr/>
    </dgm:pt>
    <dgm:pt modelId="{AD9951DD-532C-E347-8535-87291B84B0B5}" type="pres">
      <dgm:prSet presAssocID="{1065198F-4CE3-4607-8A8B-0E9530128D2F}" presName="thickLine" presStyleLbl="alignNode1" presStyleIdx="4" presStyleCnt="6"/>
      <dgm:spPr/>
    </dgm:pt>
    <dgm:pt modelId="{631939E1-C9D1-B244-A460-67193BCAB783}" type="pres">
      <dgm:prSet presAssocID="{1065198F-4CE3-4607-8A8B-0E9530128D2F}" presName="horz1" presStyleCnt="0"/>
      <dgm:spPr/>
    </dgm:pt>
    <dgm:pt modelId="{445B1672-B75B-6C44-9495-9E79527DAB18}" type="pres">
      <dgm:prSet presAssocID="{1065198F-4CE3-4607-8A8B-0E9530128D2F}" presName="tx1" presStyleLbl="revTx" presStyleIdx="4" presStyleCnt="6"/>
      <dgm:spPr/>
    </dgm:pt>
    <dgm:pt modelId="{3D3EAFA0-E24E-8745-810E-ADFA61261A38}" type="pres">
      <dgm:prSet presAssocID="{1065198F-4CE3-4607-8A8B-0E9530128D2F}" presName="vert1" presStyleCnt="0"/>
      <dgm:spPr/>
    </dgm:pt>
    <dgm:pt modelId="{D0DF0D89-9709-2E40-B92C-6DD3E43EFEBA}" type="pres">
      <dgm:prSet presAssocID="{5398C4C0-E2CF-422B-AA0D-94C5188BD1D9}" presName="thickLine" presStyleLbl="alignNode1" presStyleIdx="5" presStyleCnt="6"/>
      <dgm:spPr/>
    </dgm:pt>
    <dgm:pt modelId="{5B012C11-59E7-2D4C-9300-746B2635EF98}" type="pres">
      <dgm:prSet presAssocID="{5398C4C0-E2CF-422B-AA0D-94C5188BD1D9}" presName="horz1" presStyleCnt="0"/>
      <dgm:spPr/>
    </dgm:pt>
    <dgm:pt modelId="{7CA7323D-C690-4E47-A947-6658233CD7B6}" type="pres">
      <dgm:prSet presAssocID="{5398C4C0-E2CF-422B-AA0D-94C5188BD1D9}" presName="tx1" presStyleLbl="revTx" presStyleIdx="5" presStyleCnt="6"/>
      <dgm:spPr/>
    </dgm:pt>
    <dgm:pt modelId="{D64F96CB-2D81-6948-B37C-A24F97EB186F}" type="pres">
      <dgm:prSet presAssocID="{5398C4C0-E2CF-422B-AA0D-94C5188BD1D9}" presName="vert1" presStyleCnt="0"/>
      <dgm:spPr/>
    </dgm:pt>
  </dgm:ptLst>
  <dgm:cxnLst>
    <dgm:cxn modelId="{172E4C48-F758-034D-AF26-F6F7B0117AB5}" type="presOf" srcId="{BCAC069F-1FC9-43C5-9297-C96C145899E2}" destId="{E48BDC6A-CB80-0D47-B2C3-9924CA58DA68}" srcOrd="0" destOrd="0" presId="urn:microsoft.com/office/officeart/2008/layout/LinedList"/>
    <dgm:cxn modelId="{6ACA804A-E6CB-AC42-B30B-9AA4010281A0}" type="presOf" srcId="{1DC05E62-56A9-4032-921D-C93146472E7B}" destId="{B5DB48F9-4D06-6648-A412-7FDA04081B22}" srcOrd="0" destOrd="0" presId="urn:microsoft.com/office/officeart/2008/layout/LinedList"/>
    <dgm:cxn modelId="{DA94F94C-FC46-4517-B844-7BB437D29F04}" srcId="{BCAC069F-1FC9-43C5-9297-C96C145899E2}" destId="{5398C4C0-E2CF-422B-AA0D-94C5188BD1D9}" srcOrd="5" destOrd="0" parTransId="{19D325C0-0A92-4568-94C5-EEB55B115FDF}" sibTransId="{73A91034-21D6-4E41-89FC-13E97D6FFAE1}"/>
    <dgm:cxn modelId="{C1402F60-0BC7-FD4F-8C79-021CA029A002}" type="presOf" srcId="{D3926FB9-8752-408D-8539-331F42122551}" destId="{DFBCAD98-6DE8-C948-8678-F07294232E75}" srcOrd="0" destOrd="0" presId="urn:microsoft.com/office/officeart/2008/layout/LinedList"/>
    <dgm:cxn modelId="{8FE76A7F-FDAD-4D46-86EC-A6E157843E38}" type="presOf" srcId="{5398C4C0-E2CF-422B-AA0D-94C5188BD1D9}" destId="{7CA7323D-C690-4E47-A947-6658233CD7B6}" srcOrd="0" destOrd="0" presId="urn:microsoft.com/office/officeart/2008/layout/LinedList"/>
    <dgm:cxn modelId="{4D50EF7F-1CE8-4C4C-AC06-17F2C22BFC92}" type="presOf" srcId="{22A1F2E4-8D58-4145-97E6-47D9EBA86671}" destId="{3F68D02C-30E7-D946-99B3-6909BE0D658D}" srcOrd="0" destOrd="0" presId="urn:microsoft.com/office/officeart/2008/layout/LinedList"/>
    <dgm:cxn modelId="{85BF6199-3AEA-4BFF-9E12-A2195AE3BF60}" srcId="{BCAC069F-1FC9-43C5-9297-C96C145899E2}" destId="{1065198F-4CE3-4607-8A8B-0E9530128D2F}" srcOrd="4" destOrd="0" parTransId="{51F7DA8D-1769-419B-8569-473A309622E2}" sibTransId="{019BF134-7F96-40BC-83FD-758806BB3D62}"/>
    <dgm:cxn modelId="{77B6E4B0-CD53-4A8F-A299-9C0C426E2BA4}" srcId="{BCAC069F-1FC9-43C5-9297-C96C145899E2}" destId="{D3926FB9-8752-408D-8539-331F42122551}" srcOrd="3" destOrd="0" parTransId="{F4745624-FC27-4888-8C76-76D995FEFB41}" sibTransId="{CA85409B-181E-48B4-AA02-519481B74414}"/>
    <dgm:cxn modelId="{79680ECF-0C89-4B34-8B23-C7288727A650}" srcId="{BCAC069F-1FC9-43C5-9297-C96C145899E2}" destId="{1CFE4FFC-D3FC-4A90-8909-75B2B569A5EA}" srcOrd="1" destOrd="0" parTransId="{F54CDB73-66B8-4361-8086-1D0700F34082}" sibTransId="{9CA3BB89-B080-4FDE-96B6-F3FDF8CDC8BB}"/>
    <dgm:cxn modelId="{55119BD7-7BE3-4D6A-BB20-BEE28C57BF3D}" srcId="{BCAC069F-1FC9-43C5-9297-C96C145899E2}" destId="{1DC05E62-56A9-4032-921D-C93146472E7B}" srcOrd="0" destOrd="0" parTransId="{6738B853-27D2-44DD-8AFD-0465D1D5D4B3}" sibTransId="{4A298104-6FB5-4729-9243-FD1E71EF4A64}"/>
    <dgm:cxn modelId="{2D12E2DE-3989-604B-97BB-11C900F8907E}" type="presOf" srcId="{1065198F-4CE3-4607-8A8B-0E9530128D2F}" destId="{445B1672-B75B-6C44-9495-9E79527DAB18}" srcOrd="0" destOrd="0" presId="urn:microsoft.com/office/officeart/2008/layout/LinedList"/>
    <dgm:cxn modelId="{6E843BF4-371D-454A-92C0-80938A382B0F}" type="presOf" srcId="{1CFE4FFC-D3FC-4A90-8909-75B2B569A5EA}" destId="{957B1A9C-A8D6-154F-B5FF-1215638C7306}" srcOrd="0" destOrd="0" presId="urn:microsoft.com/office/officeart/2008/layout/LinedList"/>
    <dgm:cxn modelId="{43D188F7-2C06-490A-BAFD-6333270684EE}" srcId="{BCAC069F-1FC9-43C5-9297-C96C145899E2}" destId="{22A1F2E4-8D58-4145-97E6-47D9EBA86671}" srcOrd="2" destOrd="0" parTransId="{B6383DAE-9802-4954-A6C2-B0672D1A16DE}" sibTransId="{6EBF04F5-B091-4FBF-85B7-FBB37302FC35}"/>
    <dgm:cxn modelId="{0849D0B4-8644-5B40-8941-722AC3AC793D}" type="presParOf" srcId="{E48BDC6A-CB80-0D47-B2C3-9924CA58DA68}" destId="{C5683130-8E3F-BC42-ACC6-54A68AA5E0C7}" srcOrd="0" destOrd="0" presId="urn:microsoft.com/office/officeart/2008/layout/LinedList"/>
    <dgm:cxn modelId="{20AAF3E7-90B5-D544-B5D2-53360072CD61}" type="presParOf" srcId="{E48BDC6A-CB80-0D47-B2C3-9924CA58DA68}" destId="{7AD3C480-FBE4-4145-AB17-D299CDA74A58}" srcOrd="1" destOrd="0" presId="urn:microsoft.com/office/officeart/2008/layout/LinedList"/>
    <dgm:cxn modelId="{C1D8B9EC-852D-AB49-9ACF-D32E4BF1791F}" type="presParOf" srcId="{7AD3C480-FBE4-4145-AB17-D299CDA74A58}" destId="{B5DB48F9-4D06-6648-A412-7FDA04081B22}" srcOrd="0" destOrd="0" presId="urn:microsoft.com/office/officeart/2008/layout/LinedList"/>
    <dgm:cxn modelId="{D493B034-C88B-094A-B339-5AAC648923DD}" type="presParOf" srcId="{7AD3C480-FBE4-4145-AB17-D299CDA74A58}" destId="{A7191B40-8402-C449-9BAF-48040B8EE69D}" srcOrd="1" destOrd="0" presId="urn:microsoft.com/office/officeart/2008/layout/LinedList"/>
    <dgm:cxn modelId="{32A9D67D-8787-1043-ADA2-9241036289EF}" type="presParOf" srcId="{E48BDC6A-CB80-0D47-B2C3-9924CA58DA68}" destId="{48DA0EB3-C490-1A4F-9D30-C8DAAC4EDFA2}" srcOrd="2" destOrd="0" presId="urn:microsoft.com/office/officeart/2008/layout/LinedList"/>
    <dgm:cxn modelId="{CDAA0B57-49BC-EE43-8C57-F70B060E1300}" type="presParOf" srcId="{E48BDC6A-CB80-0D47-B2C3-9924CA58DA68}" destId="{9E86B7CB-4221-0649-ACE9-62EB621D9ED2}" srcOrd="3" destOrd="0" presId="urn:microsoft.com/office/officeart/2008/layout/LinedList"/>
    <dgm:cxn modelId="{2ACE4FD3-8104-5C4F-A102-433CE5E71AAE}" type="presParOf" srcId="{9E86B7CB-4221-0649-ACE9-62EB621D9ED2}" destId="{957B1A9C-A8D6-154F-B5FF-1215638C7306}" srcOrd="0" destOrd="0" presId="urn:microsoft.com/office/officeart/2008/layout/LinedList"/>
    <dgm:cxn modelId="{BFF85FB7-C17F-2A4B-9EC7-F9DFC31CC93B}" type="presParOf" srcId="{9E86B7CB-4221-0649-ACE9-62EB621D9ED2}" destId="{182FB9A3-CD5F-C240-B82B-C49A3ED0418E}" srcOrd="1" destOrd="0" presId="urn:microsoft.com/office/officeart/2008/layout/LinedList"/>
    <dgm:cxn modelId="{21F76D66-B841-CF4A-9934-410FE6C7E951}" type="presParOf" srcId="{E48BDC6A-CB80-0D47-B2C3-9924CA58DA68}" destId="{FB982DCF-0B2F-E741-9297-8B4746CDC4AE}" srcOrd="4" destOrd="0" presId="urn:microsoft.com/office/officeart/2008/layout/LinedList"/>
    <dgm:cxn modelId="{FE54F3F4-0C35-1447-8E87-EDEC8E5868AE}" type="presParOf" srcId="{E48BDC6A-CB80-0D47-B2C3-9924CA58DA68}" destId="{C4BFD1CE-CF1A-D84F-8C66-BBECD1AFD402}" srcOrd="5" destOrd="0" presId="urn:microsoft.com/office/officeart/2008/layout/LinedList"/>
    <dgm:cxn modelId="{705990C7-D7F7-5C44-AD9F-BDA6D42201DD}" type="presParOf" srcId="{C4BFD1CE-CF1A-D84F-8C66-BBECD1AFD402}" destId="{3F68D02C-30E7-D946-99B3-6909BE0D658D}" srcOrd="0" destOrd="0" presId="urn:microsoft.com/office/officeart/2008/layout/LinedList"/>
    <dgm:cxn modelId="{6FA54987-74D0-6D42-8772-C5A3FF97F1F5}" type="presParOf" srcId="{C4BFD1CE-CF1A-D84F-8C66-BBECD1AFD402}" destId="{FA6FD8DA-C578-574C-B9F7-5929E7C0CB37}" srcOrd="1" destOrd="0" presId="urn:microsoft.com/office/officeart/2008/layout/LinedList"/>
    <dgm:cxn modelId="{4A767095-57EB-ED4A-A5D7-95A68FE707F3}" type="presParOf" srcId="{E48BDC6A-CB80-0D47-B2C3-9924CA58DA68}" destId="{CC3B84FE-8173-B444-AEC9-BE5D74321FD4}" srcOrd="6" destOrd="0" presId="urn:microsoft.com/office/officeart/2008/layout/LinedList"/>
    <dgm:cxn modelId="{1E1473B3-D30B-B546-8F20-7600CC85577B}" type="presParOf" srcId="{E48BDC6A-CB80-0D47-B2C3-9924CA58DA68}" destId="{58CD159C-2BEC-2945-BBAF-09F14763E24A}" srcOrd="7" destOrd="0" presId="urn:microsoft.com/office/officeart/2008/layout/LinedList"/>
    <dgm:cxn modelId="{ABD9D1B9-1720-7549-89C9-8B883C6A3A6A}" type="presParOf" srcId="{58CD159C-2BEC-2945-BBAF-09F14763E24A}" destId="{DFBCAD98-6DE8-C948-8678-F07294232E75}" srcOrd="0" destOrd="0" presId="urn:microsoft.com/office/officeart/2008/layout/LinedList"/>
    <dgm:cxn modelId="{3EC39367-A215-D643-B690-6FF454C6C32C}" type="presParOf" srcId="{58CD159C-2BEC-2945-BBAF-09F14763E24A}" destId="{77F0A64B-9C02-CE41-8CEA-08F174CD8474}" srcOrd="1" destOrd="0" presId="urn:microsoft.com/office/officeart/2008/layout/LinedList"/>
    <dgm:cxn modelId="{C956705C-2090-9E4A-B993-CB982069FBCA}" type="presParOf" srcId="{E48BDC6A-CB80-0D47-B2C3-9924CA58DA68}" destId="{AD9951DD-532C-E347-8535-87291B84B0B5}" srcOrd="8" destOrd="0" presId="urn:microsoft.com/office/officeart/2008/layout/LinedList"/>
    <dgm:cxn modelId="{651896D3-1F0A-6A4C-850B-75D52CBF6D90}" type="presParOf" srcId="{E48BDC6A-CB80-0D47-B2C3-9924CA58DA68}" destId="{631939E1-C9D1-B244-A460-67193BCAB783}" srcOrd="9" destOrd="0" presId="urn:microsoft.com/office/officeart/2008/layout/LinedList"/>
    <dgm:cxn modelId="{85590060-CEE7-474D-AA54-A2305E528B72}" type="presParOf" srcId="{631939E1-C9D1-B244-A460-67193BCAB783}" destId="{445B1672-B75B-6C44-9495-9E79527DAB18}" srcOrd="0" destOrd="0" presId="urn:microsoft.com/office/officeart/2008/layout/LinedList"/>
    <dgm:cxn modelId="{3C49CAB7-B99A-2040-90B0-BBDE27F94B02}" type="presParOf" srcId="{631939E1-C9D1-B244-A460-67193BCAB783}" destId="{3D3EAFA0-E24E-8745-810E-ADFA61261A38}" srcOrd="1" destOrd="0" presId="urn:microsoft.com/office/officeart/2008/layout/LinedList"/>
    <dgm:cxn modelId="{74AB0678-A731-ED4D-8031-75E452952074}" type="presParOf" srcId="{E48BDC6A-CB80-0D47-B2C3-9924CA58DA68}" destId="{D0DF0D89-9709-2E40-B92C-6DD3E43EFEBA}" srcOrd="10" destOrd="0" presId="urn:microsoft.com/office/officeart/2008/layout/LinedList"/>
    <dgm:cxn modelId="{9473C152-63CC-2548-B224-8B0575F7308F}" type="presParOf" srcId="{E48BDC6A-CB80-0D47-B2C3-9924CA58DA68}" destId="{5B012C11-59E7-2D4C-9300-746B2635EF98}" srcOrd="11" destOrd="0" presId="urn:microsoft.com/office/officeart/2008/layout/LinedList"/>
    <dgm:cxn modelId="{9C905B4C-2BAA-384A-BB3E-600D02D878EB}" type="presParOf" srcId="{5B012C11-59E7-2D4C-9300-746B2635EF98}" destId="{7CA7323D-C690-4E47-A947-6658233CD7B6}" srcOrd="0" destOrd="0" presId="urn:microsoft.com/office/officeart/2008/layout/LinedList"/>
    <dgm:cxn modelId="{9C087144-DA54-7B46-9E7A-F77EE5DCDB44}" type="presParOf" srcId="{5B012C11-59E7-2D4C-9300-746B2635EF98}" destId="{D64F96CB-2D81-6948-B37C-A24F97EB18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477CAC2-B180-471C-A337-B75DA347B2F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E22178-2253-4CAC-B793-529FF016A17A}">
      <dgm:prSet/>
      <dgm:spPr/>
      <dgm:t>
        <a:bodyPr/>
        <a:lstStyle/>
        <a:p>
          <a:r>
            <a:rPr lang="en-US"/>
            <a:t>Add a </a:t>
          </a:r>
          <a:r>
            <a:rPr lang="en-US" b="1"/>
            <a:t>random factor</a:t>
          </a:r>
          <a:r>
            <a:rPr lang="en-US"/>
            <a:t> (“jitter”) to break retry synchronization:</a:t>
          </a:r>
        </a:p>
      </dgm:t>
    </dgm:pt>
    <dgm:pt modelId="{3533DCFF-B42B-46AD-BC0F-06B9A51F57E6}" type="parTrans" cxnId="{2C570153-D0C3-4906-87CF-1F599A1D81DD}">
      <dgm:prSet/>
      <dgm:spPr/>
      <dgm:t>
        <a:bodyPr/>
        <a:lstStyle/>
        <a:p>
          <a:endParaRPr lang="en-US"/>
        </a:p>
      </dgm:t>
    </dgm:pt>
    <dgm:pt modelId="{252964E4-9D55-48C7-AB0B-D77643617715}" type="sibTrans" cxnId="{2C570153-D0C3-4906-87CF-1F599A1D81DD}">
      <dgm:prSet/>
      <dgm:spPr/>
      <dgm:t>
        <a:bodyPr/>
        <a:lstStyle/>
        <a:p>
          <a:endParaRPr lang="en-US"/>
        </a:p>
      </dgm:t>
    </dgm:pt>
    <dgm:pt modelId="{0C3A18E6-AD51-403D-AC16-4A1A03A69A63}">
      <dgm:prSet/>
      <dgm:spPr/>
      <dgm:t>
        <a:bodyPr/>
        <a:lstStyle/>
        <a:p>
          <a:r>
            <a:rPr lang="en-US"/>
            <a:t>Without jitter, all clients follow the same delay pattern — they still collide.</a:t>
          </a:r>
        </a:p>
      </dgm:t>
    </dgm:pt>
    <dgm:pt modelId="{10F82A96-3B17-4712-A0B4-DF149E87EE8C}" type="parTrans" cxnId="{1AABBB86-0507-47E0-BC6A-3837A36C6EB0}">
      <dgm:prSet/>
      <dgm:spPr/>
      <dgm:t>
        <a:bodyPr/>
        <a:lstStyle/>
        <a:p>
          <a:endParaRPr lang="en-US"/>
        </a:p>
      </dgm:t>
    </dgm:pt>
    <dgm:pt modelId="{1F19F905-EE2A-4532-9F98-7BA1511C612D}" type="sibTrans" cxnId="{1AABBB86-0507-47E0-BC6A-3837A36C6EB0}">
      <dgm:prSet/>
      <dgm:spPr/>
      <dgm:t>
        <a:bodyPr/>
        <a:lstStyle/>
        <a:p>
          <a:endParaRPr lang="en-US"/>
        </a:p>
      </dgm:t>
    </dgm:pt>
    <dgm:pt modelId="{16554CB5-FB6A-45D8-ADDC-88198F3FBCDC}">
      <dgm:prSet/>
      <dgm:spPr/>
      <dgm:t>
        <a:bodyPr/>
        <a:lstStyle/>
        <a:p>
          <a:r>
            <a:rPr lang="en-US"/>
            <a:t>With jitter, delays are randomized across clients, smoothing retry load.</a:t>
          </a:r>
        </a:p>
      </dgm:t>
    </dgm:pt>
    <dgm:pt modelId="{A6DE43B3-54E2-4AA1-8D80-E8D1961FFBC9}" type="parTrans" cxnId="{04B773AC-BA82-4EF1-8C22-1F73343BC8F6}">
      <dgm:prSet/>
      <dgm:spPr/>
      <dgm:t>
        <a:bodyPr/>
        <a:lstStyle/>
        <a:p>
          <a:endParaRPr lang="en-US"/>
        </a:p>
      </dgm:t>
    </dgm:pt>
    <dgm:pt modelId="{19D587F0-3E98-45C8-A978-D55806B2F60A}" type="sibTrans" cxnId="{04B773AC-BA82-4EF1-8C22-1F73343BC8F6}">
      <dgm:prSet/>
      <dgm:spPr/>
      <dgm:t>
        <a:bodyPr/>
        <a:lstStyle/>
        <a:p>
          <a:endParaRPr lang="en-US"/>
        </a:p>
      </dgm:t>
    </dgm:pt>
    <dgm:pt modelId="{701D4AB8-5425-47E1-8C16-E5C6886F3A6E}">
      <dgm:prSet custT="1"/>
      <dgm:spPr/>
      <dgm:t>
        <a:bodyPr/>
        <a:lstStyle/>
        <a:p>
          <a:r>
            <a:rPr lang="en-US" sz="2800" dirty="0"/>
            <a:t>Common strategies:</a:t>
          </a:r>
        </a:p>
      </dgm:t>
    </dgm:pt>
    <dgm:pt modelId="{7FD5AAB9-A9EE-4EF7-9C7E-246E23E1AC9F}" type="parTrans" cxnId="{3E56CB82-08B2-44FF-A677-0BC55D76A658}">
      <dgm:prSet/>
      <dgm:spPr/>
      <dgm:t>
        <a:bodyPr/>
        <a:lstStyle/>
        <a:p>
          <a:endParaRPr lang="en-US"/>
        </a:p>
      </dgm:t>
    </dgm:pt>
    <dgm:pt modelId="{2E5000D4-FB46-406B-920D-329497657ED3}" type="sibTrans" cxnId="{3E56CB82-08B2-44FF-A677-0BC55D76A658}">
      <dgm:prSet/>
      <dgm:spPr/>
      <dgm:t>
        <a:bodyPr/>
        <a:lstStyle/>
        <a:p>
          <a:endParaRPr lang="en-US"/>
        </a:p>
      </dgm:t>
    </dgm:pt>
    <dgm:pt modelId="{5B8F473B-5871-495D-A0B4-3D55AAA52F45}">
      <dgm:prSet/>
      <dgm:spPr/>
      <dgm:t>
        <a:bodyPr/>
        <a:lstStyle/>
        <a:p>
          <a:r>
            <a:rPr lang="en-US" b="1"/>
            <a:t>Full jitter:</a:t>
          </a:r>
          <a:r>
            <a:rPr lang="en-US"/>
            <a:t> wait for a random value between 0 and the current exponential backoff delay.</a:t>
          </a:r>
        </a:p>
      </dgm:t>
    </dgm:pt>
    <dgm:pt modelId="{3C1F3992-2ADC-43B3-9A3E-187F3FCEB6F7}" type="parTrans" cxnId="{170AF594-B51A-4C89-91E6-BB0E7193BE03}">
      <dgm:prSet/>
      <dgm:spPr/>
      <dgm:t>
        <a:bodyPr/>
        <a:lstStyle/>
        <a:p>
          <a:endParaRPr lang="en-US"/>
        </a:p>
      </dgm:t>
    </dgm:pt>
    <dgm:pt modelId="{DE07A7A9-B830-4061-BF0F-62709F06B471}" type="sibTrans" cxnId="{170AF594-B51A-4C89-91E6-BB0E7193BE03}">
      <dgm:prSet/>
      <dgm:spPr/>
      <dgm:t>
        <a:bodyPr/>
        <a:lstStyle/>
        <a:p>
          <a:endParaRPr lang="en-US"/>
        </a:p>
      </dgm:t>
    </dgm:pt>
    <dgm:pt modelId="{FDB51016-7874-4F28-9289-61A2DA7282B8}">
      <dgm:prSet/>
      <dgm:spPr/>
      <dgm:t>
        <a:bodyPr/>
        <a:lstStyle/>
        <a:p>
          <a:r>
            <a:rPr lang="en-US" b="1"/>
            <a:t>Equal jitter:</a:t>
          </a:r>
          <a:r>
            <a:rPr lang="en-US"/>
            <a:t> wait for half of the backoff delay + random half.</a:t>
          </a:r>
        </a:p>
      </dgm:t>
    </dgm:pt>
    <dgm:pt modelId="{3DC8F628-806C-49FC-BA3A-BA1024E7EF66}" type="parTrans" cxnId="{BA4DCAAC-8BEB-4480-B1D1-EFE1DE92BEE1}">
      <dgm:prSet/>
      <dgm:spPr/>
      <dgm:t>
        <a:bodyPr/>
        <a:lstStyle/>
        <a:p>
          <a:endParaRPr lang="en-US"/>
        </a:p>
      </dgm:t>
    </dgm:pt>
    <dgm:pt modelId="{D6FC0C13-B43C-4659-9748-9FCAB68B2573}" type="sibTrans" cxnId="{BA4DCAAC-8BEB-4480-B1D1-EFE1DE92BEE1}">
      <dgm:prSet/>
      <dgm:spPr/>
      <dgm:t>
        <a:bodyPr/>
        <a:lstStyle/>
        <a:p>
          <a:endParaRPr lang="en-US"/>
        </a:p>
      </dgm:t>
    </dgm:pt>
    <dgm:pt modelId="{0B86B2D7-1550-4C18-9BCB-47F62152D83B}">
      <dgm:prSet/>
      <dgm:spPr/>
      <dgm:t>
        <a:bodyPr/>
        <a:lstStyle/>
        <a:p>
          <a:r>
            <a:rPr lang="en-US" b="1"/>
            <a:t>Decorrelated jitter:</a:t>
          </a:r>
          <a:r>
            <a:rPr lang="en-US"/>
            <a:t> randomize around a moving average of delay times to adapt faster.</a:t>
          </a:r>
        </a:p>
      </dgm:t>
    </dgm:pt>
    <dgm:pt modelId="{5AA64B68-6E74-4D69-A4A5-F2BB10F5ADA5}" type="parTrans" cxnId="{17ADB866-CC53-4944-A5F0-E7BBC7734738}">
      <dgm:prSet/>
      <dgm:spPr/>
      <dgm:t>
        <a:bodyPr/>
        <a:lstStyle/>
        <a:p>
          <a:endParaRPr lang="en-US"/>
        </a:p>
      </dgm:t>
    </dgm:pt>
    <dgm:pt modelId="{F111A55E-FDAC-479A-AC97-9DE0F01D797D}" type="sibTrans" cxnId="{17ADB866-CC53-4944-A5F0-E7BBC7734738}">
      <dgm:prSet/>
      <dgm:spPr/>
      <dgm:t>
        <a:bodyPr/>
        <a:lstStyle/>
        <a:p>
          <a:endParaRPr lang="en-US"/>
        </a:p>
      </dgm:t>
    </dgm:pt>
    <dgm:pt modelId="{33234C8B-0392-7942-A210-3E50FC7D649A}" type="pres">
      <dgm:prSet presAssocID="{7477CAC2-B180-471C-A337-B75DA347B2F5}" presName="linear" presStyleCnt="0">
        <dgm:presLayoutVars>
          <dgm:animLvl val="lvl"/>
          <dgm:resizeHandles val="exact"/>
        </dgm:presLayoutVars>
      </dgm:prSet>
      <dgm:spPr/>
    </dgm:pt>
    <dgm:pt modelId="{F26D8D6E-0207-6042-9911-80F9D13B16BB}" type="pres">
      <dgm:prSet presAssocID="{55E22178-2253-4CAC-B793-529FF016A17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7AE0CAB-D785-174A-ADBB-A2576F0F9034}" type="pres">
      <dgm:prSet presAssocID="{252964E4-9D55-48C7-AB0B-D77643617715}" presName="spacer" presStyleCnt="0"/>
      <dgm:spPr/>
    </dgm:pt>
    <dgm:pt modelId="{C04FC62A-18E3-C44E-B2F5-8BAC28E8F16A}" type="pres">
      <dgm:prSet presAssocID="{0C3A18E6-AD51-403D-AC16-4A1A03A69A6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49F241F-C755-014A-B502-A129F179C4EA}" type="pres">
      <dgm:prSet presAssocID="{1F19F905-EE2A-4532-9F98-7BA1511C612D}" presName="spacer" presStyleCnt="0"/>
      <dgm:spPr/>
    </dgm:pt>
    <dgm:pt modelId="{4CACFAAA-3BE9-6F45-94A5-F501B9E61D64}" type="pres">
      <dgm:prSet presAssocID="{16554CB5-FB6A-45D8-ADDC-88198F3FBCD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75ABF47-E848-4641-BE82-FA9AAEFC1381}" type="pres">
      <dgm:prSet presAssocID="{19D587F0-3E98-45C8-A978-D55806B2F60A}" presName="spacer" presStyleCnt="0"/>
      <dgm:spPr/>
    </dgm:pt>
    <dgm:pt modelId="{BC07D48C-A645-E847-85D9-3FABC058E57B}" type="pres">
      <dgm:prSet presAssocID="{701D4AB8-5425-47E1-8C16-E5C6886F3A6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D19C6D2-D563-544F-9D59-4CFEE7F2433F}" type="pres">
      <dgm:prSet presAssocID="{2E5000D4-FB46-406B-920D-329497657ED3}" presName="spacer" presStyleCnt="0"/>
      <dgm:spPr/>
    </dgm:pt>
    <dgm:pt modelId="{46FE2885-606A-8244-8392-3D20C523E2FA}" type="pres">
      <dgm:prSet presAssocID="{5B8F473B-5871-495D-A0B4-3D55AAA52F45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0804BF7-F0EB-324F-8946-2DCBFC660B76}" type="pres">
      <dgm:prSet presAssocID="{DE07A7A9-B830-4061-BF0F-62709F06B471}" presName="spacer" presStyleCnt="0"/>
      <dgm:spPr/>
    </dgm:pt>
    <dgm:pt modelId="{2196D9FC-219D-B449-BBEB-8D988CB1E7A9}" type="pres">
      <dgm:prSet presAssocID="{FDB51016-7874-4F28-9289-61A2DA7282B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2D4E761-7081-474E-B9B4-16281C9830E3}" type="pres">
      <dgm:prSet presAssocID="{D6FC0C13-B43C-4659-9748-9FCAB68B2573}" presName="spacer" presStyleCnt="0"/>
      <dgm:spPr/>
    </dgm:pt>
    <dgm:pt modelId="{FFD11F4D-7EB3-804D-B254-EFD48D6DD44B}" type="pres">
      <dgm:prSet presAssocID="{0B86B2D7-1550-4C18-9BCB-47F62152D83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3CC3601-70A2-6D42-B97E-D09AFBBD08F8}" type="presOf" srcId="{5B8F473B-5871-495D-A0B4-3D55AAA52F45}" destId="{46FE2885-606A-8244-8392-3D20C523E2FA}" srcOrd="0" destOrd="0" presId="urn:microsoft.com/office/officeart/2005/8/layout/vList2"/>
    <dgm:cxn modelId="{642A8936-1173-414A-AB8A-C713208D3888}" type="presOf" srcId="{0C3A18E6-AD51-403D-AC16-4A1A03A69A63}" destId="{C04FC62A-18E3-C44E-B2F5-8BAC28E8F16A}" srcOrd="0" destOrd="0" presId="urn:microsoft.com/office/officeart/2005/8/layout/vList2"/>
    <dgm:cxn modelId="{2C570153-D0C3-4906-87CF-1F599A1D81DD}" srcId="{7477CAC2-B180-471C-A337-B75DA347B2F5}" destId="{55E22178-2253-4CAC-B793-529FF016A17A}" srcOrd="0" destOrd="0" parTransId="{3533DCFF-B42B-46AD-BC0F-06B9A51F57E6}" sibTransId="{252964E4-9D55-48C7-AB0B-D77643617715}"/>
    <dgm:cxn modelId="{17ADB866-CC53-4944-A5F0-E7BBC7734738}" srcId="{7477CAC2-B180-471C-A337-B75DA347B2F5}" destId="{0B86B2D7-1550-4C18-9BCB-47F62152D83B}" srcOrd="6" destOrd="0" parTransId="{5AA64B68-6E74-4D69-A4A5-F2BB10F5ADA5}" sibTransId="{F111A55E-FDAC-479A-AC97-9DE0F01D797D}"/>
    <dgm:cxn modelId="{6AFF8C69-5250-2B4B-A406-068A18848B2E}" type="presOf" srcId="{FDB51016-7874-4F28-9289-61A2DA7282B8}" destId="{2196D9FC-219D-B449-BBEB-8D988CB1E7A9}" srcOrd="0" destOrd="0" presId="urn:microsoft.com/office/officeart/2005/8/layout/vList2"/>
    <dgm:cxn modelId="{C6C0E06A-5F7F-EB44-91D6-B666072F902C}" type="presOf" srcId="{16554CB5-FB6A-45D8-ADDC-88198F3FBCDC}" destId="{4CACFAAA-3BE9-6F45-94A5-F501B9E61D64}" srcOrd="0" destOrd="0" presId="urn:microsoft.com/office/officeart/2005/8/layout/vList2"/>
    <dgm:cxn modelId="{8092B77E-BC5B-8548-B1B4-9544B7218E6D}" type="presOf" srcId="{701D4AB8-5425-47E1-8C16-E5C6886F3A6E}" destId="{BC07D48C-A645-E847-85D9-3FABC058E57B}" srcOrd="0" destOrd="0" presId="urn:microsoft.com/office/officeart/2005/8/layout/vList2"/>
    <dgm:cxn modelId="{3E56CB82-08B2-44FF-A677-0BC55D76A658}" srcId="{7477CAC2-B180-471C-A337-B75DA347B2F5}" destId="{701D4AB8-5425-47E1-8C16-E5C6886F3A6E}" srcOrd="3" destOrd="0" parTransId="{7FD5AAB9-A9EE-4EF7-9C7E-246E23E1AC9F}" sibTransId="{2E5000D4-FB46-406B-920D-329497657ED3}"/>
    <dgm:cxn modelId="{1AABBB86-0507-47E0-BC6A-3837A36C6EB0}" srcId="{7477CAC2-B180-471C-A337-B75DA347B2F5}" destId="{0C3A18E6-AD51-403D-AC16-4A1A03A69A63}" srcOrd="1" destOrd="0" parTransId="{10F82A96-3B17-4712-A0B4-DF149E87EE8C}" sibTransId="{1F19F905-EE2A-4532-9F98-7BA1511C612D}"/>
    <dgm:cxn modelId="{170AF594-B51A-4C89-91E6-BB0E7193BE03}" srcId="{7477CAC2-B180-471C-A337-B75DA347B2F5}" destId="{5B8F473B-5871-495D-A0B4-3D55AAA52F45}" srcOrd="4" destOrd="0" parTransId="{3C1F3992-2ADC-43B3-9A3E-187F3FCEB6F7}" sibTransId="{DE07A7A9-B830-4061-BF0F-62709F06B471}"/>
    <dgm:cxn modelId="{04B773AC-BA82-4EF1-8C22-1F73343BC8F6}" srcId="{7477CAC2-B180-471C-A337-B75DA347B2F5}" destId="{16554CB5-FB6A-45D8-ADDC-88198F3FBCDC}" srcOrd="2" destOrd="0" parTransId="{A6DE43B3-54E2-4AA1-8D80-E8D1961FFBC9}" sibTransId="{19D587F0-3E98-45C8-A978-D55806B2F60A}"/>
    <dgm:cxn modelId="{BA4DCAAC-8BEB-4480-B1D1-EFE1DE92BEE1}" srcId="{7477CAC2-B180-471C-A337-B75DA347B2F5}" destId="{FDB51016-7874-4F28-9289-61A2DA7282B8}" srcOrd="5" destOrd="0" parTransId="{3DC8F628-806C-49FC-BA3A-BA1024E7EF66}" sibTransId="{D6FC0C13-B43C-4659-9748-9FCAB68B2573}"/>
    <dgm:cxn modelId="{3D3FDAED-E4F6-A04C-982A-B9BFDE85C96F}" type="presOf" srcId="{7477CAC2-B180-471C-A337-B75DA347B2F5}" destId="{33234C8B-0392-7942-A210-3E50FC7D649A}" srcOrd="0" destOrd="0" presId="urn:microsoft.com/office/officeart/2005/8/layout/vList2"/>
    <dgm:cxn modelId="{E5D5FBED-FF53-254B-92BD-00911AE58285}" type="presOf" srcId="{0B86B2D7-1550-4C18-9BCB-47F62152D83B}" destId="{FFD11F4D-7EB3-804D-B254-EFD48D6DD44B}" srcOrd="0" destOrd="0" presId="urn:microsoft.com/office/officeart/2005/8/layout/vList2"/>
    <dgm:cxn modelId="{FC07F1FF-5015-0846-8F4B-B65F8851D076}" type="presOf" srcId="{55E22178-2253-4CAC-B793-529FF016A17A}" destId="{F26D8D6E-0207-6042-9911-80F9D13B16BB}" srcOrd="0" destOrd="0" presId="urn:microsoft.com/office/officeart/2005/8/layout/vList2"/>
    <dgm:cxn modelId="{35EE7191-9A1C-F44A-A993-3DB48B026A19}" type="presParOf" srcId="{33234C8B-0392-7942-A210-3E50FC7D649A}" destId="{F26D8D6E-0207-6042-9911-80F9D13B16BB}" srcOrd="0" destOrd="0" presId="urn:microsoft.com/office/officeart/2005/8/layout/vList2"/>
    <dgm:cxn modelId="{9F2437EC-6001-0D4B-A145-42DDE76E7DB9}" type="presParOf" srcId="{33234C8B-0392-7942-A210-3E50FC7D649A}" destId="{97AE0CAB-D785-174A-ADBB-A2576F0F9034}" srcOrd="1" destOrd="0" presId="urn:microsoft.com/office/officeart/2005/8/layout/vList2"/>
    <dgm:cxn modelId="{52AD5158-28EF-EC40-B29A-4CFBA584CBDF}" type="presParOf" srcId="{33234C8B-0392-7942-A210-3E50FC7D649A}" destId="{C04FC62A-18E3-C44E-B2F5-8BAC28E8F16A}" srcOrd="2" destOrd="0" presId="urn:microsoft.com/office/officeart/2005/8/layout/vList2"/>
    <dgm:cxn modelId="{153A7220-7CC9-6441-9296-DD62D40C52B5}" type="presParOf" srcId="{33234C8B-0392-7942-A210-3E50FC7D649A}" destId="{849F241F-C755-014A-B502-A129F179C4EA}" srcOrd="3" destOrd="0" presId="urn:microsoft.com/office/officeart/2005/8/layout/vList2"/>
    <dgm:cxn modelId="{2AFEA727-6159-854B-A081-F1A4D888BA97}" type="presParOf" srcId="{33234C8B-0392-7942-A210-3E50FC7D649A}" destId="{4CACFAAA-3BE9-6F45-94A5-F501B9E61D64}" srcOrd="4" destOrd="0" presId="urn:microsoft.com/office/officeart/2005/8/layout/vList2"/>
    <dgm:cxn modelId="{D4898E96-9630-E34A-AE04-916505F7E962}" type="presParOf" srcId="{33234C8B-0392-7942-A210-3E50FC7D649A}" destId="{875ABF47-E848-4641-BE82-FA9AAEFC1381}" srcOrd="5" destOrd="0" presId="urn:microsoft.com/office/officeart/2005/8/layout/vList2"/>
    <dgm:cxn modelId="{E548BA88-2457-BA48-9081-D1B2D0EA6CD1}" type="presParOf" srcId="{33234C8B-0392-7942-A210-3E50FC7D649A}" destId="{BC07D48C-A645-E847-85D9-3FABC058E57B}" srcOrd="6" destOrd="0" presId="urn:microsoft.com/office/officeart/2005/8/layout/vList2"/>
    <dgm:cxn modelId="{81E417D2-08C5-3C45-B01F-70796B65A55E}" type="presParOf" srcId="{33234C8B-0392-7942-A210-3E50FC7D649A}" destId="{1D19C6D2-D563-544F-9D59-4CFEE7F2433F}" srcOrd="7" destOrd="0" presId="urn:microsoft.com/office/officeart/2005/8/layout/vList2"/>
    <dgm:cxn modelId="{840DA959-9685-A04D-A4FA-7039B893460E}" type="presParOf" srcId="{33234C8B-0392-7942-A210-3E50FC7D649A}" destId="{46FE2885-606A-8244-8392-3D20C523E2FA}" srcOrd="8" destOrd="0" presId="urn:microsoft.com/office/officeart/2005/8/layout/vList2"/>
    <dgm:cxn modelId="{B1229029-16A6-374D-ACEF-0B4CF5DCC8FE}" type="presParOf" srcId="{33234C8B-0392-7942-A210-3E50FC7D649A}" destId="{70804BF7-F0EB-324F-8946-2DCBFC660B76}" srcOrd="9" destOrd="0" presId="urn:microsoft.com/office/officeart/2005/8/layout/vList2"/>
    <dgm:cxn modelId="{6DE05538-F24C-EC46-8E68-B24B3F56D01B}" type="presParOf" srcId="{33234C8B-0392-7942-A210-3E50FC7D649A}" destId="{2196D9FC-219D-B449-BBEB-8D988CB1E7A9}" srcOrd="10" destOrd="0" presId="urn:microsoft.com/office/officeart/2005/8/layout/vList2"/>
    <dgm:cxn modelId="{6300C72B-69A6-6B49-B1CE-9A275B7E8E5E}" type="presParOf" srcId="{33234C8B-0392-7942-A210-3E50FC7D649A}" destId="{52D4E761-7081-474E-B9B4-16281C9830E3}" srcOrd="11" destOrd="0" presId="urn:microsoft.com/office/officeart/2005/8/layout/vList2"/>
    <dgm:cxn modelId="{8F02D0CE-E22A-0A49-91BE-E526E78657BC}" type="presParOf" srcId="{33234C8B-0392-7942-A210-3E50FC7D649A}" destId="{FFD11F4D-7EB3-804D-B254-EFD48D6DD44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9218F09-6A25-40F8-9923-110CB7939D1F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FF7F6C-0B63-4D25-805E-0B1313A3905E}">
      <dgm:prSet/>
      <dgm:spPr/>
      <dgm:t>
        <a:bodyPr/>
        <a:lstStyle/>
        <a:p>
          <a:r>
            <a:rPr lang="en-US" b="0" i="0" baseline="0" dirty="0"/>
            <a:t>Good for </a:t>
          </a:r>
          <a:r>
            <a:rPr lang="en-US" b="1" i="0" baseline="0" dirty="0"/>
            <a:t>read-only or idempotent</a:t>
          </a:r>
          <a:r>
            <a:rPr lang="en-US" b="0" i="0" baseline="0" dirty="0"/>
            <a:t> operations; dangerous for non-idempotent writes unless guarded by idempotency keys. </a:t>
          </a:r>
          <a:endParaRPr lang="en-US" dirty="0"/>
        </a:p>
      </dgm:t>
    </dgm:pt>
    <dgm:pt modelId="{6BD1EC14-71B2-4713-9954-77540D54E5F9}" type="parTrans" cxnId="{4CD620FF-2B04-4E3C-9130-83F01E96C17E}">
      <dgm:prSet/>
      <dgm:spPr/>
      <dgm:t>
        <a:bodyPr/>
        <a:lstStyle/>
        <a:p>
          <a:endParaRPr lang="en-US"/>
        </a:p>
      </dgm:t>
    </dgm:pt>
    <dgm:pt modelId="{5C330CF4-C4B2-4371-9412-BDDC1A474F02}" type="sibTrans" cxnId="{4CD620FF-2B04-4E3C-9130-83F01E96C17E}">
      <dgm:prSet/>
      <dgm:spPr/>
      <dgm:t>
        <a:bodyPr/>
        <a:lstStyle/>
        <a:p>
          <a:endParaRPr lang="en-US"/>
        </a:p>
      </dgm:t>
    </dgm:pt>
    <dgm:pt modelId="{C3117C7D-7D5E-4E18-B8F9-C3400A6E476D}">
      <dgm:prSet/>
      <dgm:spPr/>
      <dgm:t>
        <a:bodyPr/>
        <a:lstStyle/>
        <a:p>
          <a:r>
            <a:rPr lang="en-US" b="0" i="0" baseline="0"/>
            <a:t>Tune </a:t>
          </a:r>
          <a:r>
            <a:rPr lang="en-US" b="1" i="0" baseline="0"/>
            <a:t>hedgingDelay</a:t>
          </a:r>
          <a:r>
            <a:rPr lang="en-US" b="0" i="0" baseline="0"/>
            <a:t> and </a:t>
          </a:r>
          <a:r>
            <a:rPr lang="en-US" b="1" i="0" baseline="0"/>
            <a:t>maxAttempts</a:t>
          </a:r>
          <a:r>
            <a:rPr lang="en-US" b="0" i="0" baseline="0"/>
            <a:t>; ensure </a:t>
          </a:r>
          <a:r>
            <a:rPr lang="en-US" b="1" i="0" baseline="0"/>
            <a:t>overall deadline</a:t>
          </a:r>
          <a:r>
            <a:rPr lang="en-US" b="0" i="0" baseline="0"/>
            <a:t> covers the chain. (gRPC behavior).</a:t>
          </a:r>
          <a:endParaRPr lang="en-US"/>
        </a:p>
      </dgm:t>
    </dgm:pt>
    <dgm:pt modelId="{950268F6-0FA5-4811-BFF4-415D6D413DA1}" type="parTrans" cxnId="{A8EBA43A-265E-4EF5-B9F0-19C236B25514}">
      <dgm:prSet/>
      <dgm:spPr/>
      <dgm:t>
        <a:bodyPr/>
        <a:lstStyle/>
        <a:p>
          <a:endParaRPr lang="en-US"/>
        </a:p>
      </dgm:t>
    </dgm:pt>
    <dgm:pt modelId="{772396C2-C44C-40CB-8D0F-5BB8530C9CA5}" type="sibTrans" cxnId="{A8EBA43A-265E-4EF5-B9F0-19C236B25514}">
      <dgm:prSet/>
      <dgm:spPr/>
      <dgm:t>
        <a:bodyPr/>
        <a:lstStyle/>
        <a:p>
          <a:endParaRPr lang="en-US"/>
        </a:p>
      </dgm:t>
    </dgm:pt>
    <dgm:pt modelId="{B6ADFEE5-40D8-5641-8865-FAAA17804235}" type="pres">
      <dgm:prSet presAssocID="{19218F09-6A25-40F8-9923-110CB7939D1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C989115-076B-4746-ABC8-8D28309EBB89}" type="pres">
      <dgm:prSet presAssocID="{32FF7F6C-0B63-4D25-805E-0B1313A3905E}" presName="hierRoot1" presStyleCnt="0"/>
      <dgm:spPr/>
    </dgm:pt>
    <dgm:pt modelId="{6FDB303C-05F6-3D48-A4ED-11242201EF18}" type="pres">
      <dgm:prSet presAssocID="{32FF7F6C-0B63-4D25-805E-0B1313A3905E}" presName="composite" presStyleCnt="0"/>
      <dgm:spPr/>
    </dgm:pt>
    <dgm:pt modelId="{7E43199C-37BD-0348-8B5A-85E1C8D07E20}" type="pres">
      <dgm:prSet presAssocID="{32FF7F6C-0B63-4D25-805E-0B1313A3905E}" presName="background" presStyleLbl="node0" presStyleIdx="0" presStyleCnt="2"/>
      <dgm:spPr/>
    </dgm:pt>
    <dgm:pt modelId="{B35EBB4E-71D8-474A-989F-53333FCC424E}" type="pres">
      <dgm:prSet presAssocID="{32FF7F6C-0B63-4D25-805E-0B1313A3905E}" presName="text" presStyleLbl="fgAcc0" presStyleIdx="0" presStyleCnt="2">
        <dgm:presLayoutVars>
          <dgm:chPref val="3"/>
        </dgm:presLayoutVars>
      </dgm:prSet>
      <dgm:spPr/>
    </dgm:pt>
    <dgm:pt modelId="{8D9A6593-26C3-6F4E-8DB5-CDCE8B828667}" type="pres">
      <dgm:prSet presAssocID="{32FF7F6C-0B63-4D25-805E-0B1313A3905E}" presName="hierChild2" presStyleCnt="0"/>
      <dgm:spPr/>
    </dgm:pt>
    <dgm:pt modelId="{5E377F2A-2A04-AA48-91FF-81F153B02853}" type="pres">
      <dgm:prSet presAssocID="{C3117C7D-7D5E-4E18-B8F9-C3400A6E476D}" presName="hierRoot1" presStyleCnt="0"/>
      <dgm:spPr/>
    </dgm:pt>
    <dgm:pt modelId="{EF494484-ED79-4E41-A7B3-8ED8E46D1CAD}" type="pres">
      <dgm:prSet presAssocID="{C3117C7D-7D5E-4E18-B8F9-C3400A6E476D}" presName="composite" presStyleCnt="0"/>
      <dgm:spPr/>
    </dgm:pt>
    <dgm:pt modelId="{5540C739-C773-A348-83A3-3F1569103201}" type="pres">
      <dgm:prSet presAssocID="{C3117C7D-7D5E-4E18-B8F9-C3400A6E476D}" presName="background" presStyleLbl="node0" presStyleIdx="1" presStyleCnt="2"/>
      <dgm:spPr/>
    </dgm:pt>
    <dgm:pt modelId="{B8135894-910F-B641-BE77-43FE3CDA425E}" type="pres">
      <dgm:prSet presAssocID="{C3117C7D-7D5E-4E18-B8F9-C3400A6E476D}" presName="text" presStyleLbl="fgAcc0" presStyleIdx="1" presStyleCnt="2">
        <dgm:presLayoutVars>
          <dgm:chPref val="3"/>
        </dgm:presLayoutVars>
      </dgm:prSet>
      <dgm:spPr/>
    </dgm:pt>
    <dgm:pt modelId="{D5C7595E-D03A-6C4E-893B-BC66730BC64C}" type="pres">
      <dgm:prSet presAssocID="{C3117C7D-7D5E-4E18-B8F9-C3400A6E476D}" presName="hierChild2" presStyleCnt="0"/>
      <dgm:spPr/>
    </dgm:pt>
  </dgm:ptLst>
  <dgm:cxnLst>
    <dgm:cxn modelId="{1FFEC910-C890-A646-93D8-64F33C1D02A5}" type="presOf" srcId="{C3117C7D-7D5E-4E18-B8F9-C3400A6E476D}" destId="{B8135894-910F-B641-BE77-43FE3CDA425E}" srcOrd="0" destOrd="0" presId="urn:microsoft.com/office/officeart/2005/8/layout/hierarchy1"/>
    <dgm:cxn modelId="{A8EBA43A-265E-4EF5-B9F0-19C236B25514}" srcId="{19218F09-6A25-40F8-9923-110CB7939D1F}" destId="{C3117C7D-7D5E-4E18-B8F9-C3400A6E476D}" srcOrd="1" destOrd="0" parTransId="{950268F6-0FA5-4811-BFF4-415D6D413DA1}" sibTransId="{772396C2-C44C-40CB-8D0F-5BB8530C9CA5}"/>
    <dgm:cxn modelId="{C241D179-47DB-7B40-B89A-4AE418B39AA8}" type="presOf" srcId="{19218F09-6A25-40F8-9923-110CB7939D1F}" destId="{B6ADFEE5-40D8-5641-8865-FAAA17804235}" srcOrd="0" destOrd="0" presId="urn:microsoft.com/office/officeart/2005/8/layout/hierarchy1"/>
    <dgm:cxn modelId="{28E490BC-5883-9C44-993A-E2C970F38CB1}" type="presOf" srcId="{32FF7F6C-0B63-4D25-805E-0B1313A3905E}" destId="{B35EBB4E-71D8-474A-989F-53333FCC424E}" srcOrd="0" destOrd="0" presId="urn:microsoft.com/office/officeart/2005/8/layout/hierarchy1"/>
    <dgm:cxn modelId="{4CD620FF-2B04-4E3C-9130-83F01E96C17E}" srcId="{19218F09-6A25-40F8-9923-110CB7939D1F}" destId="{32FF7F6C-0B63-4D25-805E-0B1313A3905E}" srcOrd="0" destOrd="0" parTransId="{6BD1EC14-71B2-4713-9954-77540D54E5F9}" sibTransId="{5C330CF4-C4B2-4371-9412-BDDC1A474F02}"/>
    <dgm:cxn modelId="{6C5E442E-8B08-C240-860D-04F58DD91B80}" type="presParOf" srcId="{B6ADFEE5-40D8-5641-8865-FAAA17804235}" destId="{3C989115-076B-4746-ABC8-8D28309EBB89}" srcOrd="0" destOrd="0" presId="urn:microsoft.com/office/officeart/2005/8/layout/hierarchy1"/>
    <dgm:cxn modelId="{EA8AB8E3-759C-0448-8690-7029F0B38919}" type="presParOf" srcId="{3C989115-076B-4746-ABC8-8D28309EBB89}" destId="{6FDB303C-05F6-3D48-A4ED-11242201EF18}" srcOrd="0" destOrd="0" presId="urn:microsoft.com/office/officeart/2005/8/layout/hierarchy1"/>
    <dgm:cxn modelId="{D8317495-8792-FD47-943A-4EFF52ABE4B1}" type="presParOf" srcId="{6FDB303C-05F6-3D48-A4ED-11242201EF18}" destId="{7E43199C-37BD-0348-8B5A-85E1C8D07E20}" srcOrd="0" destOrd="0" presId="urn:microsoft.com/office/officeart/2005/8/layout/hierarchy1"/>
    <dgm:cxn modelId="{6A295057-E696-BA47-8703-80887D3A0D13}" type="presParOf" srcId="{6FDB303C-05F6-3D48-A4ED-11242201EF18}" destId="{B35EBB4E-71D8-474A-989F-53333FCC424E}" srcOrd="1" destOrd="0" presId="urn:microsoft.com/office/officeart/2005/8/layout/hierarchy1"/>
    <dgm:cxn modelId="{1C78D50C-1157-6043-A302-3D7FA3E4A93A}" type="presParOf" srcId="{3C989115-076B-4746-ABC8-8D28309EBB89}" destId="{8D9A6593-26C3-6F4E-8DB5-CDCE8B828667}" srcOrd="1" destOrd="0" presId="urn:microsoft.com/office/officeart/2005/8/layout/hierarchy1"/>
    <dgm:cxn modelId="{41068513-936E-A64B-A406-A20794D68AF4}" type="presParOf" srcId="{B6ADFEE5-40D8-5641-8865-FAAA17804235}" destId="{5E377F2A-2A04-AA48-91FF-81F153B02853}" srcOrd="1" destOrd="0" presId="urn:microsoft.com/office/officeart/2005/8/layout/hierarchy1"/>
    <dgm:cxn modelId="{AE42BA50-BF99-B540-8D65-16A4A9DC815D}" type="presParOf" srcId="{5E377F2A-2A04-AA48-91FF-81F153B02853}" destId="{EF494484-ED79-4E41-A7B3-8ED8E46D1CAD}" srcOrd="0" destOrd="0" presId="urn:microsoft.com/office/officeart/2005/8/layout/hierarchy1"/>
    <dgm:cxn modelId="{65B0DBA7-9D07-C546-8763-148A90581E2C}" type="presParOf" srcId="{EF494484-ED79-4E41-A7B3-8ED8E46D1CAD}" destId="{5540C739-C773-A348-83A3-3F1569103201}" srcOrd="0" destOrd="0" presId="urn:microsoft.com/office/officeart/2005/8/layout/hierarchy1"/>
    <dgm:cxn modelId="{6754343B-8070-5D4F-9E67-88736926B142}" type="presParOf" srcId="{EF494484-ED79-4E41-A7B3-8ED8E46D1CAD}" destId="{B8135894-910F-B641-BE77-43FE3CDA425E}" srcOrd="1" destOrd="0" presId="urn:microsoft.com/office/officeart/2005/8/layout/hierarchy1"/>
    <dgm:cxn modelId="{0CD88CC7-38F9-9947-8F57-A8EF8271AB86}" type="presParOf" srcId="{5E377F2A-2A04-AA48-91FF-81F153B02853}" destId="{D5C7595E-D03A-6C4E-893B-BC66730BC64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9D8BE48-416D-4C67-AA66-515C5E6154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F3057FB-60B3-4EDB-AC23-93D661D9DD32}">
      <dgm:prSet/>
      <dgm:spPr/>
      <dgm:t>
        <a:bodyPr/>
        <a:lstStyle/>
        <a:p>
          <a:r>
            <a:rPr lang="en-US" b="0" i="0" baseline="0"/>
            <a:t>Integrated BaaS: Auth, Cloud Firestore (NoSQL), Storage, Cloud Functions, FCM, Hosting, analytics &amp; crash reporting. </a:t>
          </a:r>
          <a:endParaRPr lang="en-US"/>
        </a:p>
      </dgm:t>
    </dgm:pt>
    <dgm:pt modelId="{1023DD57-9788-402A-81FA-A14D64B7C758}" type="parTrans" cxnId="{04F5F15A-8864-437D-BC13-A3049BB8D179}">
      <dgm:prSet/>
      <dgm:spPr/>
      <dgm:t>
        <a:bodyPr/>
        <a:lstStyle/>
        <a:p>
          <a:endParaRPr lang="en-US"/>
        </a:p>
      </dgm:t>
    </dgm:pt>
    <dgm:pt modelId="{32AC4EB5-A1F2-4B97-89C3-02850625655C}" type="sibTrans" cxnId="{04F5F15A-8864-437D-BC13-A3049BB8D179}">
      <dgm:prSet/>
      <dgm:spPr/>
      <dgm:t>
        <a:bodyPr/>
        <a:lstStyle/>
        <a:p>
          <a:endParaRPr lang="en-US"/>
        </a:p>
      </dgm:t>
    </dgm:pt>
    <dgm:pt modelId="{082EFC5F-D463-4D62-841B-CADAD7D0D09D}">
      <dgm:prSet/>
      <dgm:spPr/>
      <dgm:t>
        <a:bodyPr/>
        <a:lstStyle/>
        <a:p>
          <a:r>
            <a:rPr lang="en-US" b="0" i="0" baseline="0"/>
            <a:t>Pricing plans: </a:t>
          </a:r>
          <a:r>
            <a:rPr lang="en-US" b="1" i="0" baseline="0"/>
            <a:t>Spark (free)</a:t>
          </a:r>
          <a:r>
            <a:rPr lang="en-US" b="0" i="0" baseline="0"/>
            <a:t> and </a:t>
          </a:r>
          <a:r>
            <a:rPr lang="en-US" b="1" i="0" baseline="0"/>
            <a:t>Blaze (pay-as-you-go)</a:t>
          </a:r>
          <a:r>
            <a:rPr lang="en-US" b="0" i="0" baseline="0"/>
            <a:t>; cost driven by reads/writes/storage/egress/functions.</a:t>
          </a:r>
          <a:endParaRPr lang="en-US"/>
        </a:p>
      </dgm:t>
    </dgm:pt>
    <dgm:pt modelId="{E3F1CD96-E9A6-4179-A0B2-727549F4800A}" type="parTrans" cxnId="{2D7CC585-2E1D-437E-8DCF-870EA8BE8FEB}">
      <dgm:prSet/>
      <dgm:spPr/>
      <dgm:t>
        <a:bodyPr/>
        <a:lstStyle/>
        <a:p>
          <a:endParaRPr lang="en-US"/>
        </a:p>
      </dgm:t>
    </dgm:pt>
    <dgm:pt modelId="{7909088E-D168-423C-9259-9BAB9E2F18F6}" type="sibTrans" cxnId="{2D7CC585-2E1D-437E-8DCF-870EA8BE8FEB}">
      <dgm:prSet/>
      <dgm:spPr/>
      <dgm:t>
        <a:bodyPr/>
        <a:lstStyle/>
        <a:p>
          <a:endParaRPr lang="en-US"/>
        </a:p>
      </dgm:t>
    </dgm:pt>
    <dgm:pt modelId="{8758B9EA-6213-45D7-B3F1-0F93FFA45B85}" type="pres">
      <dgm:prSet presAssocID="{39D8BE48-416D-4C67-AA66-515C5E6154C7}" presName="root" presStyleCnt="0">
        <dgm:presLayoutVars>
          <dgm:dir/>
          <dgm:resizeHandles val="exact"/>
        </dgm:presLayoutVars>
      </dgm:prSet>
      <dgm:spPr/>
    </dgm:pt>
    <dgm:pt modelId="{0540C3FE-0741-4C35-94F9-B99ABFFF0BD3}" type="pres">
      <dgm:prSet presAssocID="{FF3057FB-60B3-4EDB-AC23-93D661D9DD32}" presName="compNode" presStyleCnt="0"/>
      <dgm:spPr/>
    </dgm:pt>
    <dgm:pt modelId="{0052BD4A-82AA-4C6B-BCC1-897BBB9975D4}" type="pres">
      <dgm:prSet presAssocID="{FF3057FB-60B3-4EDB-AC23-93D661D9DD32}" presName="bgRect" presStyleLbl="bgShp" presStyleIdx="0" presStyleCnt="2"/>
      <dgm:spPr/>
    </dgm:pt>
    <dgm:pt modelId="{867AC462-F104-41FD-9D6A-90064E03DB5E}" type="pres">
      <dgm:prSet presAssocID="{FF3057FB-60B3-4EDB-AC23-93D661D9DD3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8E8DF90-43F9-4223-9773-90B83027E85F}" type="pres">
      <dgm:prSet presAssocID="{FF3057FB-60B3-4EDB-AC23-93D661D9DD32}" presName="spaceRect" presStyleCnt="0"/>
      <dgm:spPr/>
    </dgm:pt>
    <dgm:pt modelId="{432B2E09-9206-45AB-8546-5C9877747F44}" type="pres">
      <dgm:prSet presAssocID="{FF3057FB-60B3-4EDB-AC23-93D661D9DD32}" presName="parTx" presStyleLbl="revTx" presStyleIdx="0" presStyleCnt="2">
        <dgm:presLayoutVars>
          <dgm:chMax val="0"/>
          <dgm:chPref val="0"/>
        </dgm:presLayoutVars>
      </dgm:prSet>
      <dgm:spPr/>
    </dgm:pt>
    <dgm:pt modelId="{32E82EA6-403B-4880-8321-2CE23B85AEBE}" type="pres">
      <dgm:prSet presAssocID="{32AC4EB5-A1F2-4B97-89C3-02850625655C}" presName="sibTrans" presStyleCnt="0"/>
      <dgm:spPr/>
    </dgm:pt>
    <dgm:pt modelId="{73C238BA-2375-403D-A61A-920BD7A1FC22}" type="pres">
      <dgm:prSet presAssocID="{082EFC5F-D463-4D62-841B-CADAD7D0D09D}" presName="compNode" presStyleCnt="0"/>
      <dgm:spPr/>
    </dgm:pt>
    <dgm:pt modelId="{DEBFEA55-07CC-42C8-8766-1CB6A380FB8D}" type="pres">
      <dgm:prSet presAssocID="{082EFC5F-D463-4D62-841B-CADAD7D0D09D}" presName="bgRect" presStyleLbl="bgShp" presStyleIdx="1" presStyleCnt="2"/>
      <dgm:spPr/>
    </dgm:pt>
    <dgm:pt modelId="{EB0A8679-B389-408D-9AE6-52A320573628}" type="pres">
      <dgm:prSet presAssocID="{082EFC5F-D463-4D62-841B-CADAD7D0D09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8FDA0FCA-48A0-4CEC-AD24-64C0ECEBF557}" type="pres">
      <dgm:prSet presAssocID="{082EFC5F-D463-4D62-841B-CADAD7D0D09D}" presName="spaceRect" presStyleCnt="0"/>
      <dgm:spPr/>
    </dgm:pt>
    <dgm:pt modelId="{445918BC-8BAF-49DB-B36E-4243F303CD4D}" type="pres">
      <dgm:prSet presAssocID="{082EFC5F-D463-4D62-841B-CADAD7D0D09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63BA24B-57F6-46C6-841D-42FBAC44407E}" type="presOf" srcId="{39D8BE48-416D-4C67-AA66-515C5E6154C7}" destId="{8758B9EA-6213-45D7-B3F1-0F93FFA45B85}" srcOrd="0" destOrd="0" presId="urn:microsoft.com/office/officeart/2018/2/layout/IconVerticalSolidList"/>
    <dgm:cxn modelId="{04F5F15A-8864-437D-BC13-A3049BB8D179}" srcId="{39D8BE48-416D-4C67-AA66-515C5E6154C7}" destId="{FF3057FB-60B3-4EDB-AC23-93D661D9DD32}" srcOrd="0" destOrd="0" parTransId="{1023DD57-9788-402A-81FA-A14D64B7C758}" sibTransId="{32AC4EB5-A1F2-4B97-89C3-02850625655C}"/>
    <dgm:cxn modelId="{2D7CC585-2E1D-437E-8DCF-870EA8BE8FEB}" srcId="{39D8BE48-416D-4C67-AA66-515C5E6154C7}" destId="{082EFC5F-D463-4D62-841B-CADAD7D0D09D}" srcOrd="1" destOrd="0" parTransId="{E3F1CD96-E9A6-4179-A0B2-727549F4800A}" sibTransId="{7909088E-D168-423C-9259-9BAB9E2F18F6}"/>
    <dgm:cxn modelId="{7254AA9E-A7E2-4D60-B6E2-699150772535}" type="presOf" srcId="{FF3057FB-60B3-4EDB-AC23-93D661D9DD32}" destId="{432B2E09-9206-45AB-8546-5C9877747F44}" srcOrd="0" destOrd="0" presId="urn:microsoft.com/office/officeart/2018/2/layout/IconVerticalSolidList"/>
    <dgm:cxn modelId="{02CDA4DB-BA78-4902-B3C0-B1C61F03085F}" type="presOf" srcId="{082EFC5F-D463-4D62-841B-CADAD7D0D09D}" destId="{445918BC-8BAF-49DB-B36E-4243F303CD4D}" srcOrd="0" destOrd="0" presId="urn:microsoft.com/office/officeart/2018/2/layout/IconVerticalSolidList"/>
    <dgm:cxn modelId="{AD0E0904-0075-4E84-B68C-7A7128E8C498}" type="presParOf" srcId="{8758B9EA-6213-45D7-B3F1-0F93FFA45B85}" destId="{0540C3FE-0741-4C35-94F9-B99ABFFF0BD3}" srcOrd="0" destOrd="0" presId="urn:microsoft.com/office/officeart/2018/2/layout/IconVerticalSolidList"/>
    <dgm:cxn modelId="{857A59D5-7ADC-48A2-935A-5BE0D67F3A05}" type="presParOf" srcId="{0540C3FE-0741-4C35-94F9-B99ABFFF0BD3}" destId="{0052BD4A-82AA-4C6B-BCC1-897BBB9975D4}" srcOrd="0" destOrd="0" presId="urn:microsoft.com/office/officeart/2018/2/layout/IconVerticalSolidList"/>
    <dgm:cxn modelId="{745C5D31-09FB-424A-B99D-C7855089C864}" type="presParOf" srcId="{0540C3FE-0741-4C35-94F9-B99ABFFF0BD3}" destId="{867AC462-F104-41FD-9D6A-90064E03DB5E}" srcOrd="1" destOrd="0" presId="urn:microsoft.com/office/officeart/2018/2/layout/IconVerticalSolidList"/>
    <dgm:cxn modelId="{D9607F84-360D-4FDA-BAD2-7ADC5AFAB962}" type="presParOf" srcId="{0540C3FE-0741-4C35-94F9-B99ABFFF0BD3}" destId="{C8E8DF90-43F9-4223-9773-90B83027E85F}" srcOrd="2" destOrd="0" presId="urn:microsoft.com/office/officeart/2018/2/layout/IconVerticalSolidList"/>
    <dgm:cxn modelId="{9D7FFC81-1E29-4123-B230-0386939A79FA}" type="presParOf" srcId="{0540C3FE-0741-4C35-94F9-B99ABFFF0BD3}" destId="{432B2E09-9206-45AB-8546-5C9877747F44}" srcOrd="3" destOrd="0" presId="urn:microsoft.com/office/officeart/2018/2/layout/IconVerticalSolidList"/>
    <dgm:cxn modelId="{4711B5CF-6749-4BC0-B9D7-3A72BA9D8961}" type="presParOf" srcId="{8758B9EA-6213-45D7-B3F1-0F93FFA45B85}" destId="{32E82EA6-403B-4880-8321-2CE23B85AEBE}" srcOrd="1" destOrd="0" presId="urn:microsoft.com/office/officeart/2018/2/layout/IconVerticalSolidList"/>
    <dgm:cxn modelId="{9491838D-1BB5-4077-AE6F-C00AE1270B56}" type="presParOf" srcId="{8758B9EA-6213-45D7-B3F1-0F93FFA45B85}" destId="{73C238BA-2375-403D-A61A-920BD7A1FC22}" srcOrd="2" destOrd="0" presId="urn:microsoft.com/office/officeart/2018/2/layout/IconVerticalSolidList"/>
    <dgm:cxn modelId="{C0AF354A-5E18-478B-B382-B7C759D917EB}" type="presParOf" srcId="{73C238BA-2375-403D-A61A-920BD7A1FC22}" destId="{DEBFEA55-07CC-42C8-8766-1CB6A380FB8D}" srcOrd="0" destOrd="0" presId="urn:microsoft.com/office/officeart/2018/2/layout/IconVerticalSolidList"/>
    <dgm:cxn modelId="{D332DF75-0E79-43C3-8D26-5D55A73CBBF4}" type="presParOf" srcId="{73C238BA-2375-403D-A61A-920BD7A1FC22}" destId="{EB0A8679-B389-408D-9AE6-52A320573628}" srcOrd="1" destOrd="0" presId="urn:microsoft.com/office/officeart/2018/2/layout/IconVerticalSolidList"/>
    <dgm:cxn modelId="{6E0F1FFC-B89D-404C-A226-F55C1115F0ED}" type="presParOf" srcId="{73C238BA-2375-403D-A61A-920BD7A1FC22}" destId="{8FDA0FCA-48A0-4CEC-AD24-64C0ECEBF557}" srcOrd="2" destOrd="0" presId="urn:microsoft.com/office/officeart/2018/2/layout/IconVerticalSolidList"/>
    <dgm:cxn modelId="{1A574CDC-BE1B-4FBB-83E6-FD6D9045E822}" type="presParOf" srcId="{73C238BA-2375-403D-A61A-920BD7A1FC22}" destId="{445918BC-8BAF-49DB-B36E-4243F303CD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9B13A34-886B-4094-90B0-299258C329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6E9FC74-EB8B-4B81-AEE4-73A7FD12FD6D}">
      <dgm:prSet/>
      <dgm:spPr/>
      <dgm:t>
        <a:bodyPr/>
        <a:lstStyle/>
        <a:p>
          <a:r>
            <a:rPr lang="en-US" b="1" i="0" baseline="0"/>
            <a:t>Firestore</a:t>
          </a:r>
          <a:r>
            <a:rPr lang="en-US" b="0" i="0" baseline="0"/>
            <a:t>: client SDKs with realtime listeners and offline cache; good fit for mobile sync.</a:t>
          </a:r>
          <a:endParaRPr lang="en-US"/>
        </a:p>
      </dgm:t>
    </dgm:pt>
    <dgm:pt modelId="{8A52A1C0-FD7E-4214-9129-2D1F26520236}" type="parTrans" cxnId="{EE345C9F-BC16-4E8A-91FE-44977509CD2F}">
      <dgm:prSet/>
      <dgm:spPr/>
      <dgm:t>
        <a:bodyPr/>
        <a:lstStyle/>
        <a:p>
          <a:endParaRPr lang="en-US"/>
        </a:p>
      </dgm:t>
    </dgm:pt>
    <dgm:pt modelId="{3BED67B0-744B-4C1A-AC2C-FBD98514EF3D}" type="sibTrans" cxnId="{EE345C9F-BC16-4E8A-91FE-44977509CD2F}">
      <dgm:prSet/>
      <dgm:spPr/>
      <dgm:t>
        <a:bodyPr/>
        <a:lstStyle/>
        <a:p>
          <a:endParaRPr lang="en-US"/>
        </a:p>
      </dgm:t>
    </dgm:pt>
    <dgm:pt modelId="{C66A3EB6-FC5C-4980-8D88-25745FFDADC5}">
      <dgm:prSet/>
      <dgm:spPr/>
      <dgm:t>
        <a:bodyPr/>
        <a:lstStyle/>
        <a:p>
          <a:r>
            <a:rPr lang="en-US" b="1" i="0" baseline="0"/>
            <a:t>FCM</a:t>
          </a:r>
          <a:r>
            <a:rPr lang="en-US" b="0" i="0" baseline="0"/>
            <a:t> (push): on iOS, you </a:t>
          </a:r>
          <a:r>
            <a:rPr lang="en-US" b="1" i="0" baseline="0"/>
            <a:t>must</a:t>
          </a:r>
          <a:r>
            <a:rPr lang="en-US" b="0" i="0" baseline="0"/>
            <a:t> request notification permission and have APNs token ready before some calls; add required Info.plist keys. </a:t>
          </a:r>
          <a:endParaRPr lang="en-US"/>
        </a:p>
      </dgm:t>
    </dgm:pt>
    <dgm:pt modelId="{4B65CC3F-9205-4160-A0A8-086CEFC32D14}" type="parTrans" cxnId="{E56AE638-CC8D-4837-B5CB-B4281F7B2EA0}">
      <dgm:prSet/>
      <dgm:spPr/>
      <dgm:t>
        <a:bodyPr/>
        <a:lstStyle/>
        <a:p>
          <a:endParaRPr lang="en-US"/>
        </a:p>
      </dgm:t>
    </dgm:pt>
    <dgm:pt modelId="{42ECE96D-E6DE-497A-8C3B-693B9C36D404}" type="sibTrans" cxnId="{E56AE638-CC8D-4837-B5CB-B4281F7B2EA0}">
      <dgm:prSet/>
      <dgm:spPr/>
      <dgm:t>
        <a:bodyPr/>
        <a:lstStyle/>
        <a:p>
          <a:endParaRPr lang="en-US"/>
        </a:p>
      </dgm:t>
    </dgm:pt>
    <dgm:pt modelId="{CB4F3498-CFD8-4CB3-9A28-2062430AF79D}" type="pres">
      <dgm:prSet presAssocID="{E9B13A34-886B-4094-90B0-299258C32930}" presName="root" presStyleCnt="0">
        <dgm:presLayoutVars>
          <dgm:dir/>
          <dgm:resizeHandles val="exact"/>
        </dgm:presLayoutVars>
      </dgm:prSet>
      <dgm:spPr/>
    </dgm:pt>
    <dgm:pt modelId="{E7642BA6-9933-4556-B0FC-23101BEE40F5}" type="pres">
      <dgm:prSet presAssocID="{86E9FC74-EB8B-4B81-AEE4-73A7FD12FD6D}" presName="compNode" presStyleCnt="0"/>
      <dgm:spPr/>
    </dgm:pt>
    <dgm:pt modelId="{80169826-BF23-4314-8C0A-E093899FB588}" type="pres">
      <dgm:prSet presAssocID="{86E9FC74-EB8B-4B81-AEE4-73A7FD12FD6D}" presName="bgRect" presStyleLbl="bgShp" presStyleIdx="0" presStyleCnt="2"/>
      <dgm:spPr/>
    </dgm:pt>
    <dgm:pt modelId="{38CC4EA0-A171-4B03-8D92-30654FCF7D07}" type="pres">
      <dgm:prSet presAssocID="{86E9FC74-EB8B-4B81-AEE4-73A7FD12FD6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2EA80E4-035E-488A-AF8B-7FD148279E66}" type="pres">
      <dgm:prSet presAssocID="{86E9FC74-EB8B-4B81-AEE4-73A7FD12FD6D}" presName="spaceRect" presStyleCnt="0"/>
      <dgm:spPr/>
    </dgm:pt>
    <dgm:pt modelId="{551E829B-1EE0-4455-A736-F2138E3F4886}" type="pres">
      <dgm:prSet presAssocID="{86E9FC74-EB8B-4B81-AEE4-73A7FD12FD6D}" presName="parTx" presStyleLbl="revTx" presStyleIdx="0" presStyleCnt="2">
        <dgm:presLayoutVars>
          <dgm:chMax val="0"/>
          <dgm:chPref val="0"/>
        </dgm:presLayoutVars>
      </dgm:prSet>
      <dgm:spPr/>
    </dgm:pt>
    <dgm:pt modelId="{BDBE4D36-3F26-42C7-ADE1-DCDAFB7B1432}" type="pres">
      <dgm:prSet presAssocID="{3BED67B0-744B-4C1A-AC2C-FBD98514EF3D}" presName="sibTrans" presStyleCnt="0"/>
      <dgm:spPr/>
    </dgm:pt>
    <dgm:pt modelId="{323F746B-6664-4CB1-B089-ADEA007F994F}" type="pres">
      <dgm:prSet presAssocID="{C66A3EB6-FC5C-4980-8D88-25745FFDADC5}" presName="compNode" presStyleCnt="0"/>
      <dgm:spPr/>
    </dgm:pt>
    <dgm:pt modelId="{BCA14D38-1360-4094-83B6-6BEEE79A409D}" type="pres">
      <dgm:prSet presAssocID="{C66A3EB6-FC5C-4980-8D88-25745FFDADC5}" presName="bgRect" presStyleLbl="bgShp" presStyleIdx="1" presStyleCnt="2"/>
      <dgm:spPr/>
    </dgm:pt>
    <dgm:pt modelId="{6B68D1C2-8BCC-4600-A5B6-4DB7741F4212}" type="pres">
      <dgm:prSet presAssocID="{C66A3EB6-FC5C-4980-8D88-25745FFDADC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0215F381-EB92-4EEE-A338-8BCA977938DC}" type="pres">
      <dgm:prSet presAssocID="{C66A3EB6-FC5C-4980-8D88-25745FFDADC5}" presName="spaceRect" presStyleCnt="0"/>
      <dgm:spPr/>
    </dgm:pt>
    <dgm:pt modelId="{C2A26931-88C6-4023-A6C3-E086F89E9B83}" type="pres">
      <dgm:prSet presAssocID="{C66A3EB6-FC5C-4980-8D88-25745FFDADC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56AE638-CC8D-4837-B5CB-B4281F7B2EA0}" srcId="{E9B13A34-886B-4094-90B0-299258C32930}" destId="{C66A3EB6-FC5C-4980-8D88-25745FFDADC5}" srcOrd="1" destOrd="0" parTransId="{4B65CC3F-9205-4160-A0A8-086CEFC32D14}" sibTransId="{42ECE96D-E6DE-497A-8C3B-693B9C36D404}"/>
    <dgm:cxn modelId="{DC9AE67A-F6B9-4D00-8B3F-959D48906B02}" type="presOf" srcId="{E9B13A34-886B-4094-90B0-299258C32930}" destId="{CB4F3498-CFD8-4CB3-9A28-2062430AF79D}" srcOrd="0" destOrd="0" presId="urn:microsoft.com/office/officeart/2018/2/layout/IconVerticalSolidList"/>
    <dgm:cxn modelId="{EE345C9F-BC16-4E8A-91FE-44977509CD2F}" srcId="{E9B13A34-886B-4094-90B0-299258C32930}" destId="{86E9FC74-EB8B-4B81-AEE4-73A7FD12FD6D}" srcOrd="0" destOrd="0" parTransId="{8A52A1C0-FD7E-4214-9129-2D1F26520236}" sibTransId="{3BED67B0-744B-4C1A-AC2C-FBD98514EF3D}"/>
    <dgm:cxn modelId="{3490C5A2-88F2-4C38-8416-D371F0CD7070}" type="presOf" srcId="{C66A3EB6-FC5C-4980-8D88-25745FFDADC5}" destId="{C2A26931-88C6-4023-A6C3-E086F89E9B83}" srcOrd="0" destOrd="0" presId="urn:microsoft.com/office/officeart/2018/2/layout/IconVerticalSolidList"/>
    <dgm:cxn modelId="{E87705A7-37EB-4846-AC28-9F1C91F49B12}" type="presOf" srcId="{86E9FC74-EB8B-4B81-AEE4-73A7FD12FD6D}" destId="{551E829B-1EE0-4455-A736-F2138E3F4886}" srcOrd="0" destOrd="0" presId="urn:microsoft.com/office/officeart/2018/2/layout/IconVerticalSolidList"/>
    <dgm:cxn modelId="{B63DB31C-B673-4BCE-A577-87C1AB3EE005}" type="presParOf" srcId="{CB4F3498-CFD8-4CB3-9A28-2062430AF79D}" destId="{E7642BA6-9933-4556-B0FC-23101BEE40F5}" srcOrd="0" destOrd="0" presId="urn:microsoft.com/office/officeart/2018/2/layout/IconVerticalSolidList"/>
    <dgm:cxn modelId="{E50FF40B-C3F1-4C21-AC9A-650EDEE40195}" type="presParOf" srcId="{E7642BA6-9933-4556-B0FC-23101BEE40F5}" destId="{80169826-BF23-4314-8C0A-E093899FB588}" srcOrd="0" destOrd="0" presId="urn:microsoft.com/office/officeart/2018/2/layout/IconVerticalSolidList"/>
    <dgm:cxn modelId="{6AD64A95-C408-47F7-95E9-D5179DD53279}" type="presParOf" srcId="{E7642BA6-9933-4556-B0FC-23101BEE40F5}" destId="{38CC4EA0-A171-4B03-8D92-30654FCF7D07}" srcOrd="1" destOrd="0" presId="urn:microsoft.com/office/officeart/2018/2/layout/IconVerticalSolidList"/>
    <dgm:cxn modelId="{C50326C8-0135-4706-ADDE-3831CB6AFD1B}" type="presParOf" srcId="{E7642BA6-9933-4556-B0FC-23101BEE40F5}" destId="{B2EA80E4-035E-488A-AF8B-7FD148279E66}" srcOrd="2" destOrd="0" presId="urn:microsoft.com/office/officeart/2018/2/layout/IconVerticalSolidList"/>
    <dgm:cxn modelId="{BD77C402-D930-4F9A-A000-1EAA02443235}" type="presParOf" srcId="{E7642BA6-9933-4556-B0FC-23101BEE40F5}" destId="{551E829B-1EE0-4455-A736-F2138E3F4886}" srcOrd="3" destOrd="0" presId="urn:microsoft.com/office/officeart/2018/2/layout/IconVerticalSolidList"/>
    <dgm:cxn modelId="{BB0E50B3-5143-46E7-865E-7FF074A3D32A}" type="presParOf" srcId="{CB4F3498-CFD8-4CB3-9A28-2062430AF79D}" destId="{BDBE4D36-3F26-42C7-ADE1-DCDAFB7B1432}" srcOrd="1" destOrd="0" presId="urn:microsoft.com/office/officeart/2018/2/layout/IconVerticalSolidList"/>
    <dgm:cxn modelId="{82D2E173-76E5-4DC4-A9B7-7A099EFA3D4B}" type="presParOf" srcId="{CB4F3498-CFD8-4CB3-9A28-2062430AF79D}" destId="{323F746B-6664-4CB1-B089-ADEA007F994F}" srcOrd="2" destOrd="0" presId="urn:microsoft.com/office/officeart/2018/2/layout/IconVerticalSolidList"/>
    <dgm:cxn modelId="{8F50B22C-88AB-4067-880A-3BD53B798678}" type="presParOf" srcId="{323F746B-6664-4CB1-B089-ADEA007F994F}" destId="{BCA14D38-1360-4094-83B6-6BEEE79A409D}" srcOrd="0" destOrd="0" presId="urn:microsoft.com/office/officeart/2018/2/layout/IconVerticalSolidList"/>
    <dgm:cxn modelId="{EA92A9C4-529D-483C-A478-20D4C359CAE5}" type="presParOf" srcId="{323F746B-6664-4CB1-B089-ADEA007F994F}" destId="{6B68D1C2-8BCC-4600-A5B6-4DB7741F4212}" srcOrd="1" destOrd="0" presId="urn:microsoft.com/office/officeart/2018/2/layout/IconVerticalSolidList"/>
    <dgm:cxn modelId="{0DCD3674-43F7-46B5-9172-788826C9F3F5}" type="presParOf" srcId="{323F746B-6664-4CB1-B089-ADEA007F994F}" destId="{0215F381-EB92-4EEE-A338-8BCA977938DC}" srcOrd="2" destOrd="0" presId="urn:microsoft.com/office/officeart/2018/2/layout/IconVerticalSolidList"/>
    <dgm:cxn modelId="{4D75CD11-B680-4539-BB5D-8C253354F151}" type="presParOf" srcId="{323F746B-6664-4CB1-B089-ADEA007F994F}" destId="{C2A26931-88C6-4023-A6C3-E086F89E9B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0C3FCBD-FFB5-4FE5-8E92-F61F111E36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5E8FFD8-C846-40E8-9A9D-6F71F01EE6F5}">
      <dgm:prSet/>
      <dgm:spPr/>
      <dgm:t>
        <a:bodyPr/>
        <a:lstStyle/>
        <a:p>
          <a:r>
            <a:rPr lang="en-US" b="0" i="0" baseline="0"/>
            <a:t>Trigger on HTTP or events; can reduce cold starts by setting </a:t>
          </a:r>
          <a:r>
            <a:rPr lang="en-US" b="1" i="0" baseline="0"/>
            <a:t>min instances</a:t>
          </a:r>
          <a:r>
            <a:rPr lang="en-US" b="0" i="0" baseline="0"/>
            <a:t> if latency-sensitive. </a:t>
          </a:r>
          <a:endParaRPr lang="en-US"/>
        </a:p>
      </dgm:t>
    </dgm:pt>
    <dgm:pt modelId="{DD1F5DD4-0396-4253-B623-D5F6AD27BE59}" type="parTrans" cxnId="{65EAA8C1-8FBB-4820-B041-06CA56FB6547}">
      <dgm:prSet/>
      <dgm:spPr/>
      <dgm:t>
        <a:bodyPr/>
        <a:lstStyle/>
        <a:p>
          <a:endParaRPr lang="en-US"/>
        </a:p>
      </dgm:t>
    </dgm:pt>
    <dgm:pt modelId="{BCB82268-695F-4504-828A-752987C915A5}" type="sibTrans" cxnId="{65EAA8C1-8FBB-4820-B041-06CA56FB6547}">
      <dgm:prSet/>
      <dgm:spPr/>
      <dgm:t>
        <a:bodyPr/>
        <a:lstStyle/>
        <a:p>
          <a:endParaRPr lang="en-US"/>
        </a:p>
      </dgm:t>
    </dgm:pt>
    <dgm:pt modelId="{A2E11215-6BA8-42BF-838E-516F425D3C34}">
      <dgm:prSet/>
      <dgm:spPr/>
      <dgm:t>
        <a:bodyPr/>
        <a:lstStyle/>
        <a:p>
          <a:r>
            <a:rPr lang="en-US" b="0" i="0" baseline="0"/>
            <a:t>For DB access, reuse clients in module/global scope to benefit from warm instances. </a:t>
          </a:r>
          <a:endParaRPr lang="en-US"/>
        </a:p>
      </dgm:t>
    </dgm:pt>
    <dgm:pt modelId="{FA9154B6-C356-4656-9EB0-89E88A4A7B10}" type="parTrans" cxnId="{3F7F6F28-8E3E-4A17-B3FF-76575A7ED942}">
      <dgm:prSet/>
      <dgm:spPr/>
      <dgm:t>
        <a:bodyPr/>
        <a:lstStyle/>
        <a:p>
          <a:endParaRPr lang="en-US"/>
        </a:p>
      </dgm:t>
    </dgm:pt>
    <dgm:pt modelId="{181FC6AE-67FE-4D2A-B2C7-51FF812ED7D1}" type="sibTrans" cxnId="{3F7F6F28-8E3E-4A17-B3FF-76575A7ED942}">
      <dgm:prSet/>
      <dgm:spPr/>
      <dgm:t>
        <a:bodyPr/>
        <a:lstStyle/>
        <a:p>
          <a:endParaRPr lang="en-US"/>
        </a:p>
      </dgm:t>
    </dgm:pt>
    <dgm:pt modelId="{4D431E18-C511-4C17-9A18-6A3DC500EFDA}" type="pres">
      <dgm:prSet presAssocID="{00C3FCBD-FFB5-4FE5-8E92-F61F111E36DA}" presName="root" presStyleCnt="0">
        <dgm:presLayoutVars>
          <dgm:dir/>
          <dgm:resizeHandles val="exact"/>
        </dgm:presLayoutVars>
      </dgm:prSet>
      <dgm:spPr/>
    </dgm:pt>
    <dgm:pt modelId="{B560526E-CB92-4456-9DE3-FD274C6A8821}" type="pres">
      <dgm:prSet presAssocID="{A5E8FFD8-C846-40E8-9A9D-6F71F01EE6F5}" presName="compNode" presStyleCnt="0"/>
      <dgm:spPr/>
    </dgm:pt>
    <dgm:pt modelId="{E5175E00-03A2-4EDB-A601-392DD3A0C1D9}" type="pres">
      <dgm:prSet presAssocID="{A5E8FFD8-C846-40E8-9A9D-6F71F01EE6F5}" presName="bgRect" presStyleLbl="bgShp" presStyleIdx="0" presStyleCnt="2"/>
      <dgm:spPr/>
    </dgm:pt>
    <dgm:pt modelId="{0AC3B5B3-BCA3-43DC-B63F-966EC27B7060}" type="pres">
      <dgm:prSet presAssocID="{A5E8FFD8-C846-40E8-9A9D-6F71F01EE6F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690ABC8-640F-45C2-B1EC-CA9581B79D70}" type="pres">
      <dgm:prSet presAssocID="{A5E8FFD8-C846-40E8-9A9D-6F71F01EE6F5}" presName="spaceRect" presStyleCnt="0"/>
      <dgm:spPr/>
    </dgm:pt>
    <dgm:pt modelId="{2955881E-6DC9-4D7C-881D-8F22FB3E1048}" type="pres">
      <dgm:prSet presAssocID="{A5E8FFD8-C846-40E8-9A9D-6F71F01EE6F5}" presName="parTx" presStyleLbl="revTx" presStyleIdx="0" presStyleCnt="2">
        <dgm:presLayoutVars>
          <dgm:chMax val="0"/>
          <dgm:chPref val="0"/>
        </dgm:presLayoutVars>
      </dgm:prSet>
      <dgm:spPr/>
    </dgm:pt>
    <dgm:pt modelId="{56CE8BA2-7709-442E-9FA1-BD91E4B71891}" type="pres">
      <dgm:prSet presAssocID="{BCB82268-695F-4504-828A-752987C915A5}" presName="sibTrans" presStyleCnt="0"/>
      <dgm:spPr/>
    </dgm:pt>
    <dgm:pt modelId="{5B529A57-9817-4CBE-8526-E41F2C2FD170}" type="pres">
      <dgm:prSet presAssocID="{A2E11215-6BA8-42BF-838E-516F425D3C34}" presName="compNode" presStyleCnt="0"/>
      <dgm:spPr/>
    </dgm:pt>
    <dgm:pt modelId="{12BE780F-4495-4C24-92B6-70DC0E1F3FF6}" type="pres">
      <dgm:prSet presAssocID="{A2E11215-6BA8-42BF-838E-516F425D3C34}" presName="bgRect" presStyleLbl="bgShp" presStyleIdx="1" presStyleCnt="2"/>
      <dgm:spPr/>
    </dgm:pt>
    <dgm:pt modelId="{958BB139-3904-4E61-9716-9C8476542925}" type="pres">
      <dgm:prSet presAssocID="{A2E11215-6BA8-42BF-838E-516F425D3C3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68914E7-6738-4F7C-85CA-C7E2C57A10D1}" type="pres">
      <dgm:prSet presAssocID="{A2E11215-6BA8-42BF-838E-516F425D3C34}" presName="spaceRect" presStyleCnt="0"/>
      <dgm:spPr/>
    </dgm:pt>
    <dgm:pt modelId="{EA9FC1E0-C8EF-4734-8A23-6A1DCC50ACCB}" type="pres">
      <dgm:prSet presAssocID="{A2E11215-6BA8-42BF-838E-516F425D3C3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F7F6F28-8E3E-4A17-B3FF-76575A7ED942}" srcId="{00C3FCBD-FFB5-4FE5-8E92-F61F111E36DA}" destId="{A2E11215-6BA8-42BF-838E-516F425D3C34}" srcOrd="1" destOrd="0" parTransId="{FA9154B6-C356-4656-9EB0-89E88A4A7B10}" sibTransId="{181FC6AE-67FE-4D2A-B2C7-51FF812ED7D1}"/>
    <dgm:cxn modelId="{74B0AC48-5D17-4281-9EC7-EB4B5E8C0B33}" type="presOf" srcId="{A2E11215-6BA8-42BF-838E-516F425D3C34}" destId="{EA9FC1E0-C8EF-4734-8A23-6A1DCC50ACCB}" srcOrd="0" destOrd="0" presId="urn:microsoft.com/office/officeart/2018/2/layout/IconVerticalSolidList"/>
    <dgm:cxn modelId="{10346652-FCED-41E9-A6A8-19B245F0616C}" type="presOf" srcId="{A5E8FFD8-C846-40E8-9A9D-6F71F01EE6F5}" destId="{2955881E-6DC9-4D7C-881D-8F22FB3E1048}" srcOrd="0" destOrd="0" presId="urn:microsoft.com/office/officeart/2018/2/layout/IconVerticalSolidList"/>
    <dgm:cxn modelId="{CE3F4761-5D77-49BA-BE50-A41D2EF0D225}" type="presOf" srcId="{00C3FCBD-FFB5-4FE5-8E92-F61F111E36DA}" destId="{4D431E18-C511-4C17-9A18-6A3DC500EFDA}" srcOrd="0" destOrd="0" presId="urn:microsoft.com/office/officeart/2018/2/layout/IconVerticalSolidList"/>
    <dgm:cxn modelId="{65EAA8C1-8FBB-4820-B041-06CA56FB6547}" srcId="{00C3FCBD-FFB5-4FE5-8E92-F61F111E36DA}" destId="{A5E8FFD8-C846-40E8-9A9D-6F71F01EE6F5}" srcOrd="0" destOrd="0" parTransId="{DD1F5DD4-0396-4253-B623-D5F6AD27BE59}" sibTransId="{BCB82268-695F-4504-828A-752987C915A5}"/>
    <dgm:cxn modelId="{6A48E535-3738-4FB8-B418-F880A2E80FAC}" type="presParOf" srcId="{4D431E18-C511-4C17-9A18-6A3DC500EFDA}" destId="{B560526E-CB92-4456-9DE3-FD274C6A8821}" srcOrd="0" destOrd="0" presId="urn:microsoft.com/office/officeart/2018/2/layout/IconVerticalSolidList"/>
    <dgm:cxn modelId="{C52B2538-0B81-44CC-B7A6-659AFA7C8911}" type="presParOf" srcId="{B560526E-CB92-4456-9DE3-FD274C6A8821}" destId="{E5175E00-03A2-4EDB-A601-392DD3A0C1D9}" srcOrd="0" destOrd="0" presId="urn:microsoft.com/office/officeart/2018/2/layout/IconVerticalSolidList"/>
    <dgm:cxn modelId="{114C45F5-D161-4684-9476-20A16ECE8B11}" type="presParOf" srcId="{B560526E-CB92-4456-9DE3-FD274C6A8821}" destId="{0AC3B5B3-BCA3-43DC-B63F-966EC27B7060}" srcOrd="1" destOrd="0" presId="urn:microsoft.com/office/officeart/2018/2/layout/IconVerticalSolidList"/>
    <dgm:cxn modelId="{F535F18A-6367-40FE-899F-559428AD525A}" type="presParOf" srcId="{B560526E-CB92-4456-9DE3-FD274C6A8821}" destId="{5690ABC8-640F-45C2-B1EC-CA9581B79D70}" srcOrd="2" destOrd="0" presId="urn:microsoft.com/office/officeart/2018/2/layout/IconVerticalSolidList"/>
    <dgm:cxn modelId="{54F98869-AE70-41B5-AB54-23963E7C219F}" type="presParOf" srcId="{B560526E-CB92-4456-9DE3-FD274C6A8821}" destId="{2955881E-6DC9-4D7C-881D-8F22FB3E1048}" srcOrd="3" destOrd="0" presId="urn:microsoft.com/office/officeart/2018/2/layout/IconVerticalSolidList"/>
    <dgm:cxn modelId="{AA40D1C5-95FF-41CA-BF9D-69CB70EF0A88}" type="presParOf" srcId="{4D431E18-C511-4C17-9A18-6A3DC500EFDA}" destId="{56CE8BA2-7709-442E-9FA1-BD91E4B71891}" srcOrd="1" destOrd="0" presId="urn:microsoft.com/office/officeart/2018/2/layout/IconVerticalSolidList"/>
    <dgm:cxn modelId="{B7CF7BA0-40DC-4F7B-96C2-B20DB821FC3F}" type="presParOf" srcId="{4D431E18-C511-4C17-9A18-6A3DC500EFDA}" destId="{5B529A57-9817-4CBE-8526-E41F2C2FD170}" srcOrd="2" destOrd="0" presId="urn:microsoft.com/office/officeart/2018/2/layout/IconVerticalSolidList"/>
    <dgm:cxn modelId="{941A4CE7-56DC-43C0-BDF2-6353E342C92B}" type="presParOf" srcId="{5B529A57-9817-4CBE-8526-E41F2C2FD170}" destId="{12BE780F-4495-4C24-92B6-70DC0E1F3FF6}" srcOrd="0" destOrd="0" presId="urn:microsoft.com/office/officeart/2018/2/layout/IconVerticalSolidList"/>
    <dgm:cxn modelId="{5DFCCFCF-B7EF-4F2D-91F9-E53629224B85}" type="presParOf" srcId="{5B529A57-9817-4CBE-8526-E41F2C2FD170}" destId="{958BB139-3904-4E61-9716-9C8476542925}" srcOrd="1" destOrd="0" presId="urn:microsoft.com/office/officeart/2018/2/layout/IconVerticalSolidList"/>
    <dgm:cxn modelId="{ADA1F4DA-F4AF-4D2E-9055-67F1B532B006}" type="presParOf" srcId="{5B529A57-9817-4CBE-8526-E41F2C2FD170}" destId="{268914E7-6738-4F7C-85CA-C7E2C57A10D1}" srcOrd="2" destOrd="0" presId="urn:microsoft.com/office/officeart/2018/2/layout/IconVerticalSolidList"/>
    <dgm:cxn modelId="{B0F01123-9D2F-4B60-A99F-2AEC36D3F9D8}" type="presParOf" srcId="{5B529A57-9817-4CBE-8526-E41F2C2FD170}" destId="{EA9FC1E0-C8EF-4734-8A23-6A1DCC50AC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B6CED10-FA17-41A1-8CA8-6AD2267C0B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89E06B-B890-46F1-B378-2BA9EB5801D3}">
      <dgm:prSet/>
      <dgm:spPr/>
      <dgm:t>
        <a:bodyPr/>
        <a:lstStyle/>
        <a:p>
          <a:r>
            <a:rPr lang="en-US" b="0" i="0" baseline="0"/>
            <a:t>Eliminate boilerplate (JSON models, data classes, clients).</a:t>
          </a:r>
          <a:endParaRPr lang="en-US"/>
        </a:p>
      </dgm:t>
    </dgm:pt>
    <dgm:pt modelId="{B731F4E3-D5FE-40C6-85FB-E063263A2BFB}" type="parTrans" cxnId="{91D2B125-1BF3-43CA-A004-F2C7B70C43E1}">
      <dgm:prSet/>
      <dgm:spPr/>
      <dgm:t>
        <a:bodyPr/>
        <a:lstStyle/>
        <a:p>
          <a:endParaRPr lang="en-US"/>
        </a:p>
      </dgm:t>
    </dgm:pt>
    <dgm:pt modelId="{17E66CF1-2D69-45F1-9292-1CF2414485AB}" type="sibTrans" cxnId="{91D2B125-1BF3-43CA-A004-F2C7B70C43E1}">
      <dgm:prSet/>
      <dgm:spPr/>
      <dgm:t>
        <a:bodyPr/>
        <a:lstStyle/>
        <a:p>
          <a:endParaRPr lang="en-US"/>
        </a:p>
      </dgm:t>
    </dgm:pt>
    <dgm:pt modelId="{3F0BEC84-4355-4E8B-96CB-70C8D784F879}">
      <dgm:prSet/>
      <dgm:spPr/>
      <dgm:t>
        <a:bodyPr/>
        <a:lstStyle/>
        <a:p>
          <a:r>
            <a:rPr lang="en-US" b="0" i="0" baseline="0"/>
            <a:t>Common approach uses </a:t>
          </a:r>
          <a:r>
            <a:rPr lang="en-US" b="1" i="0" baseline="0"/>
            <a:t>build_runner</a:t>
          </a:r>
          <a:r>
            <a:rPr lang="en-US" b="0" i="0" baseline="0"/>
            <a:t> with </a:t>
          </a:r>
          <a:r>
            <a:rPr lang="en-US" b="1" i="0" baseline="0"/>
            <a:t>source_gen</a:t>
          </a:r>
          <a:r>
            <a:rPr lang="en-US" b="0" i="0" baseline="0"/>
            <a:t>-based packages.</a:t>
          </a:r>
          <a:endParaRPr lang="en-US"/>
        </a:p>
      </dgm:t>
    </dgm:pt>
    <dgm:pt modelId="{0F445A8E-AB08-4B13-ADD8-4D21F9693D1C}" type="parTrans" cxnId="{B8E9B4EF-2CAC-47D8-9C36-AC3CFB317AFB}">
      <dgm:prSet/>
      <dgm:spPr/>
      <dgm:t>
        <a:bodyPr/>
        <a:lstStyle/>
        <a:p>
          <a:endParaRPr lang="en-US"/>
        </a:p>
      </dgm:t>
    </dgm:pt>
    <dgm:pt modelId="{8B7FDB93-B4F7-4A2D-BF9A-83C1968D83A1}" type="sibTrans" cxnId="{B8E9B4EF-2CAC-47D8-9C36-AC3CFB317AFB}">
      <dgm:prSet/>
      <dgm:spPr/>
      <dgm:t>
        <a:bodyPr/>
        <a:lstStyle/>
        <a:p>
          <a:endParaRPr lang="en-US"/>
        </a:p>
      </dgm:t>
    </dgm:pt>
    <dgm:pt modelId="{232CC2F3-8E79-40DF-8540-49BCE2F50C8B}" type="pres">
      <dgm:prSet presAssocID="{AB6CED10-FA17-41A1-8CA8-6AD2267C0B30}" presName="root" presStyleCnt="0">
        <dgm:presLayoutVars>
          <dgm:dir/>
          <dgm:resizeHandles val="exact"/>
        </dgm:presLayoutVars>
      </dgm:prSet>
      <dgm:spPr/>
    </dgm:pt>
    <dgm:pt modelId="{E16D0A53-D230-4E85-B7ED-B4FD2E652D59}" type="pres">
      <dgm:prSet presAssocID="{0D89E06B-B890-46F1-B378-2BA9EB5801D3}" presName="compNode" presStyleCnt="0"/>
      <dgm:spPr/>
    </dgm:pt>
    <dgm:pt modelId="{B9B69C09-E83E-4606-8790-FB170C7C5928}" type="pres">
      <dgm:prSet presAssocID="{0D89E06B-B890-46F1-B378-2BA9EB5801D3}" presName="bgRect" presStyleLbl="bgShp" presStyleIdx="0" presStyleCnt="2"/>
      <dgm:spPr/>
    </dgm:pt>
    <dgm:pt modelId="{C0436DDB-D896-4920-A4D9-0209C6DD577A}" type="pres">
      <dgm:prSet presAssocID="{0D89E06B-B890-46F1-B378-2BA9EB5801D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63F226DA-E84B-40D5-BAEC-B0E74D79092E}" type="pres">
      <dgm:prSet presAssocID="{0D89E06B-B890-46F1-B378-2BA9EB5801D3}" presName="spaceRect" presStyleCnt="0"/>
      <dgm:spPr/>
    </dgm:pt>
    <dgm:pt modelId="{9BA672AE-84A3-4761-83B4-97B957EDCCA9}" type="pres">
      <dgm:prSet presAssocID="{0D89E06B-B890-46F1-B378-2BA9EB5801D3}" presName="parTx" presStyleLbl="revTx" presStyleIdx="0" presStyleCnt="2">
        <dgm:presLayoutVars>
          <dgm:chMax val="0"/>
          <dgm:chPref val="0"/>
        </dgm:presLayoutVars>
      </dgm:prSet>
      <dgm:spPr/>
    </dgm:pt>
    <dgm:pt modelId="{0F36B25C-D2B0-4F60-8900-02C7922344B5}" type="pres">
      <dgm:prSet presAssocID="{17E66CF1-2D69-45F1-9292-1CF2414485AB}" presName="sibTrans" presStyleCnt="0"/>
      <dgm:spPr/>
    </dgm:pt>
    <dgm:pt modelId="{4D771FBD-5F3D-47B9-B916-A4DBD2894A4E}" type="pres">
      <dgm:prSet presAssocID="{3F0BEC84-4355-4E8B-96CB-70C8D784F879}" presName="compNode" presStyleCnt="0"/>
      <dgm:spPr/>
    </dgm:pt>
    <dgm:pt modelId="{1D0761EA-4406-45FB-8AEF-C523FD86F6C2}" type="pres">
      <dgm:prSet presAssocID="{3F0BEC84-4355-4E8B-96CB-70C8D784F879}" presName="bgRect" presStyleLbl="bgShp" presStyleIdx="1" presStyleCnt="2"/>
      <dgm:spPr/>
    </dgm:pt>
    <dgm:pt modelId="{4D5AF130-9952-4295-8887-AE7AEB82662F}" type="pres">
      <dgm:prSet presAssocID="{3F0BEC84-4355-4E8B-96CB-70C8D784F8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4CC144D-40AD-4A7E-BA3B-2836C09BC199}" type="pres">
      <dgm:prSet presAssocID="{3F0BEC84-4355-4E8B-96CB-70C8D784F879}" presName="spaceRect" presStyleCnt="0"/>
      <dgm:spPr/>
    </dgm:pt>
    <dgm:pt modelId="{9EA6EFA8-FC75-42B6-B008-F8099F2DDA14}" type="pres">
      <dgm:prSet presAssocID="{3F0BEC84-4355-4E8B-96CB-70C8D784F87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BC8BA04-F87D-4B28-AEB8-501864B466E0}" type="presOf" srcId="{0D89E06B-B890-46F1-B378-2BA9EB5801D3}" destId="{9BA672AE-84A3-4761-83B4-97B957EDCCA9}" srcOrd="0" destOrd="0" presId="urn:microsoft.com/office/officeart/2018/2/layout/IconVerticalSolidList"/>
    <dgm:cxn modelId="{EA73FD23-4C46-4BF7-9697-E85EDB5B60A7}" type="presOf" srcId="{3F0BEC84-4355-4E8B-96CB-70C8D784F879}" destId="{9EA6EFA8-FC75-42B6-B008-F8099F2DDA14}" srcOrd="0" destOrd="0" presId="urn:microsoft.com/office/officeart/2018/2/layout/IconVerticalSolidList"/>
    <dgm:cxn modelId="{91D2B125-1BF3-43CA-A004-F2C7B70C43E1}" srcId="{AB6CED10-FA17-41A1-8CA8-6AD2267C0B30}" destId="{0D89E06B-B890-46F1-B378-2BA9EB5801D3}" srcOrd="0" destOrd="0" parTransId="{B731F4E3-D5FE-40C6-85FB-E063263A2BFB}" sibTransId="{17E66CF1-2D69-45F1-9292-1CF2414485AB}"/>
    <dgm:cxn modelId="{7A2F9559-F515-4F10-A594-B3A9DC8B3E47}" type="presOf" srcId="{AB6CED10-FA17-41A1-8CA8-6AD2267C0B30}" destId="{232CC2F3-8E79-40DF-8540-49BCE2F50C8B}" srcOrd="0" destOrd="0" presId="urn:microsoft.com/office/officeart/2018/2/layout/IconVerticalSolidList"/>
    <dgm:cxn modelId="{B8E9B4EF-2CAC-47D8-9C36-AC3CFB317AFB}" srcId="{AB6CED10-FA17-41A1-8CA8-6AD2267C0B30}" destId="{3F0BEC84-4355-4E8B-96CB-70C8D784F879}" srcOrd="1" destOrd="0" parTransId="{0F445A8E-AB08-4B13-ADD8-4D21F9693D1C}" sibTransId="{8B7FDB93-B4F7-4A2D-BF9A-83C1968D83A1}"/>
    <dgm:cxn modelId="{7CAA9AA8-ACC4-482A-8D4C-8703D91A2556}" type="presParOf" srcId="{232CC2F3-8E79-40DF-8540-49BCE2F50C8B}" destId="{E16D0A53-D230-4E85-B7ED-B4FD2E652D59}" srcOrd="0" destOrd="0" presId="urn:microsoft.com/office/officeart/2018/2/layout/IconVerticalSolidList"/>
    <dgm:cxn modelId="{C78BEEDC-5EA8-48E5-927E-3C1F2184AE36}" type="presParOf" srcId="{E16D0A53-D230-4E85-B7ED-B4FD2E652D59}" destId="{B9B69C09-E83E-4606-8790-FB170C7C5928}" srcOrd="0" destOrd="0" presId="urn:microsoft.com/office/officeart/2018/2/layout/IconVerticalSolidList"/>
    <dgm:cxn modelId="{9E4371B8-FAD4-4AB4-B732-930E0F921770}" type="presParOf" srcId="{E16D0A53-D230-4E85-B7ED-B4FD2E652D59}" destId="{C0436DDB-D896-4920-A4D9-0209C6DD577A}" srcOrd="1" destOrd="0" presId="urn:microsoft.com/office/officeart/2018/2/layout/IconVerticalSolidList"/>
    <dgm:cxn modelId="{5CDD452C-E21D-4DBA-B2EC-52C8D4D028FA}" type="presParOf" srcId="{E16D0A53-D230-4E85-B7ED-B4FD2E652D59}" destId="{63F226DA-E84B-40D5-BAEC-B0E74D79092E}" srcOrd="2" destOrd="0" presId="urn:microsoft.com/office/officeart/2018/2/layout/IconVerticalSolidList"/>
    <dgm:cxn modelId="{151E10E7-1898-4B65-82EA-BA3A148F017C}" type="presParOf" srcId="{E16D0A53-D230-4E85-B7ED-B4FD2E652D59}" destId="{9BA672AE-84A3-4761-83B4-97B957EDCCA9}" srcOrd="3" destOrd="0" presId="urn:microsoft.com/office/officeart/2018/2/layout/IconVerticalSolidList"/>
    <dgm:cxn modelId="{18B1E96B-1DB4-45D2-BC90-5BA03321B4F7}" type="presParOf" srcId="{232CC2F3-8E79-40DF-8540-49BCE2F50C8B}" destId="{0F36B25C-D2B0-4F60-8900-02C7922344B5}" srcOrd="1" destOrd="0" presId="urn:microsoft.com/office/officeart/2018/2/layout/IconVerticalSolidList"/>
    <dgm:cxn modelId="{9154F0DA-8889-482F-BA4C-D2CB4ABDC07C}" type="presParOf" srcId="{232CC2F3-8E79-40DF-8540-49BCE2F50C8B}" destId="{4D771FBD-5F3D-47B9-B916-A4DBD2894A4E}" srcOrd="2" destOrd="0" presId="urn:microsoft.com/office/officeart/2018/2/layout/IconVerticalSolidList"/>
    <dgm:cxn modelId="{960F269A-5ECE-495A-A693-861A8FA04BDF}" type="presParOf" srcId="{4D771FBD-5F3D-47B9-B916-A4DBD2894A4E}" destId="{1D0761EA-4406-45FB-8AEF-C523FD86F6C2}" srcOrd="0" destOrd="0" presId="urn:microsoft.com/office/officeart/2018/2/layout/IconVerticalSolidList"/>
    <dgm:cxn modelId="{035648C8-4B1C-4565-A9AF-930AA4D7A843}" type="presParOf" srcId="{4D771FBD-5F3D-47B9-B916-A4DBD2894A4E}" destId="{4D5AF130-9952-4295-8887-AE7AEB82662F}" srcOrd="1" destOrd="0" presId="urn:microsoft.com/office/officeart/2018/2/layout/IconVerticalSolidList"/>
    <dgm:cxn modelId="{DC5FC2B8-E2F9-48B8-B5F7-0AB252E1D7BF}" type="presParOf" srcId="{4D771FBD-5F3D-47B9-B916-A4DBD2894A4E}" destId="{E4CC144D-40AD-4A7E-BA3B-2836C09BC199}" srcOrd="2" destOrd="0" presId="urn:microsoft.com/office/officeart/2018/2/layout/IconVerticalSolidList"/>
    <dgm:cxn modelId="{FEFAA7B3-8D9C-4751-B188-E286CE7A784E}" type="presParOf" srcId="{4D771FBD-5F3D-47B9-B916-A4DBD2894A4E}" destId="{9EA6EFA8-FC75-42B6-B008-F8099F2DDA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F82F18D-460C-4E22-AABB-3DE81C438D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5AE22BB-9648-4A7A-B7B2-870B2263C34F}">
      <dgm:prSet/>
      <dgm:spPr/>
      <dgm:t>
        <a:bodyPr/>
        <a:lstStyle/>
        <a:p>
          <a:r>
            <a:rPr lang="en-US" b="1" i="0" baseline="0"/>
            <a:t>json_serializable</a:t>
          </a:r>
          <a:r>
            <a:rPr lang="en-US" b="0" i="0" baseline="0"/>
            <a:t> (+ json_annotation): @JsonSerializable() generates toJson/fromJson. </a:t>
          </a:r>
          <a:endParaRPr lang="en-US"/>
        </a:p>
      </dgm:t>
    </dgm:pt>
    <dgm:pt modelId="{8BEBE244-D38F-4F1D-A4C1-453296BD9846}" type="parTrans" cxnId="{F27DF86F-EBB3-435A-8811-5ADC7F893D6E}">
      <dgm:prSet/>
      <dgm:spPr/>
      <dgm:t>
        <a:bodyPr/>
        <a:lstStyle/>
        <a:p>
          <a:endParaRPr lang="en-US"/>
        </a:p>
      </dgm:t>
    </dgm:pt>
    <dgm:pt modelId="{041DD8BE-028A-4262-A601-34C1E85024F9}" type="sibTrans" cxnId="{F27DF86F-EBB3-435A-8811-5ADC7F893D6E}">
      <dgm:prSet/>
      <dgm:spPr/>
      <dgm:t>
        <a:bodyPr/>
        <a:lstStyle/>
        <a:p>
          <a:endParaRPr lang="en-US"/>
        </a:p>
      </dgm:t>
    </dgm:pt>
    <dgm:pt modelId="{CCDF6A6B-8158-43E6-BE54-B9A15CBA2881}">
      <dgm:prSet/>
      <dgm:spPr/>
      <dgm:t>
        <a:bodyPr/>
        <a:lstStyle/>
        <a:p>
          <a:r>
            <a:rPr lang="en-US" b="1" i="0" baseline="0"/>
            <a:t>freezed</a:t>
          </a:r>
          <a:r>
            <a:rPr lang="en-US" b="0" i="0" baseline="0"/>
            <a:t> (+ freezed_annotation): immutable classes, unions, copyWith, deep equality. </a:t>
          </a:r>
          <a:endParaRPr lang="en-US"/>
        </a:p>
      </dgm:t>
    </dgm:pt>
    <dgm:pt modelId="{2624BA52-A579-4FBF-AAD4-B61B79BBD164}" type="parTrans" cxnId="{E561FD47-A961-4065-8696-87F7283B0CEE}">
      <dgm:prSet/>
      <dgm:spPr/>
      <dgm:t>
        <a:bodyPr/>
        <a:lstStyle/>
        <a:p>
          <a:endParaRPr lang="en-US"/>
        </a:p>
      </dgm:t>
    </dgm:pt>
    <dgm:pt modelId="{07C02F8B-897D-4B74-93F2-0FCF8A094034}" type="sibTrans" cxnId="{E561FD47-A961-4065-8696-87F7283B0CEE}">
      <dgm:prSet/>
      <dgm:spPr/>
      <dgm:t>
        <a:bodyPr/>
        <a:lstStyle/>
        <a:p>
          <a:endParaRPr lang="en-US"/>
        </a:p>
      </dgm:t>
    </dgm:pt>
    <dgm:pt modelId="{96AC8E99-0E25-4F5C-83B1-0FC04F3B18C8}">
      <dgm:prSet/>
      <dgm:spPr/>
      <dgm:t>
        <a:bodyPr/>
        <a:lstStyle/>
        <a:p>
          <a:r>
            <a:rPr lang="en-US" b="1" i="0" baseline="0"/>
            <a:t>retrofit.dart / chopper</a:t>
          </a:r>
          <a:r>
            <a:rPr lang="en-US" b="0" i="0" baseline="0"/>
            <a:t>: declarative REST clients via annotations.</a:t>
          </a:r>
          <a:endParaRPr lang="en-US"/>
        </a:p>
      </dgm:t>
    </dgm:pt>
    <dgm:pt modelId="{9D2BD704-3815-4D23-B3D6-BA680B3D10D8}" type="parTrans" cxnId="{F913FA50-DFEB-4E1C-8F8E-A4C3279F6552}">
      <dgm:prSet/>
      <dgm:spPr/>
      <dgm:t>
        <a:bodyPr/>
        <a:lstStyle/>
        <a:p>
          <a:endParaRPr lang="en-US"/>
        </a:p>
      </dgm:t>
    </dgm:pt>
    <dgm:pt modelId="{48017349-092E-4C53-8F35-72DBE682CE6B}" type="sibTrans" cxnId="{F913FA50-DFEB-4E1C-8F8E-A4C3279F6552}">
      <dgm:prSet/>
      <dgm:spPr/>
      <dgm:t>
        <a:bodyPr/>
        <a:lstStyle/>
        <a:p>
          <a:endParaRPr lang="en-US"/>
        </a:p>
      </dgm:t>
    </dgm:pt>
    <dgm:pt modelId="{DB1627F8-161A-4585-8308-DD8A8191F168}" type="pres">
      <dgm:prSet presAssocID="{BF82F18D-460C-4E22-AABB-3DE81C438DAF}" presName="root" presStyleCnt="0">
        <dgm:presLayoutVars>
          <dgm:dir/>
          <dgm:resizeHandles val="exact"/>
        </dgm:presLayoutVars>
      </dgm:prSet>
      <dgm:spPr/>
    </dgm:pt>
    <dgm:pt modelId="{0A9ADC49-FDF1-4302-81A2-23409D05D00A}" type="pres">
      <dgm:prSet presAssocID="{55AE22BB-9648-4A7A-B7B2-870B2263C34F}" presName="compNode" presStyleCnt="0"/>
      <dgm:spPr/>
    </dgm:pt>
    <dgm:pt modelId="{2AE33447-4845-4505-A9BB-B6B190C24E47}" type="pres">
      <dgm:prSet presAssocID="{55AE22BB-9648-4A7A-B7B2-870B2263C34F}" presName="bgRect" presStyleLbl="bgShp" presStyleIdx="0" presStyleCnt="3"/>
      <dgm:spPr/>
    </dgm:pt>
    <dgm:pt modelId="{C8965391-04DD-44BD-8BFC-99ACA141C3F7}" type="pres">
      <dgm:prSet presAssocID="{55AE22BB-9648-4A7A-B7B2-870B2263C3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CFA973A-1EB2-426D-A0E8-9BE472F8A24B}" type="pres">
      <dgm:prSet presAssocID="{55AE22BB-9648-4A7A-B7B2-870B2263C34F}" presName="spaceRect" presStyleCnt="0"/>
      <dgm:spPr/>
    </dgm:pt>
    <dgm:pt modelId="{602A0C36-4DD4-49B8-83C7-18B7EE4CE4E1}" type="pres">
      <dgm:prSet presAssocID="{55AE22BB-9648-4A7A-B7B2-870B2263C34F}" presName="parTx" presStyleLbl="revTx" presStyleIdx="0" presStyleCnt="3">
        <dgm:presLayoutVars>
          <dgm:chMax val="0"/>
          <dgm:chPref val="0"/>
        </dgm:presLayoutVars>
      </dgm:prSet>
      <dgm:spPr/>
    </dgm:pt>
    <dgm:pt modelId="{B4EC2581-CE89-4F70-9823-AE64403F922A}" type="pres">
      <dgm:prSet presAssocID="{041DD8BE-028A-4262-A601-34C1E85024F9}" presName="sibTrans" presStyleCnt="0"/>
      <dgm:spPr/>
    </dgm:pt>
    <dgm:pt modelId="{D227735B-F1FD-45E9-846C-C67B8F4FAD12}" type="pres">
      <dgm:prSet presAssocID="{CCDF6A6B-8158-43E6-BE54-B9A15CBA2881}" presName="compNode" presStyleCnt="0"/>
      <dgm:spPr/>
    </dgm:pt>
    <dgm:pt modelId="{4496AEAC-A288-4A75-8F84-9F93F5951CAF}" type="pres">
      <dgm:prSet presAssocID="{CCDF6A6B-8158-43E6-BE54-B9A15CBA2881}" presName="bgRect" presStyleLbl="bgShp" presStyleIdx="1" presStyleCnt="3"/>
      <dgm:spPr/>
    </dgm:pt>
    <dgm:pt modelId="{66A4330E-A65A-4E56-BBF5-8477401D2464}" type="pres">
      <dgm:prSet presAssocID="{CCDF6A6B-8158-43E6-BE54-B9A15CBA288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F5EB6EC4-48C6-4356-9232-EB31524F233B}" type="pres">
      <dgm:prSet presAssocID="{CCDF6A6B-8158-43E6-BE54-B9A15CBA2881}" presName="spaceRect" presStyleCnt="0"/>
      <dgm:spPr/>
    </dgm:pt>
    <dgm:pt modelId="{3DC71373-B3D1-4287-A257-AE06901AD9AF}" type="pres">
      <dgm:prSet presAssocID="{CCDF6A6B-8158-43E6-BE54-B9A15CBA2881}" presName="parTx" presStyleLbl="revTx" presStyleIdx="1" presStyleCnt="3">
        <dgm:presLayoutVars>
          <dgm:chMax val="0"/>
          <dgm:chPref val="0"/>
        </dgm:presLayoutVars>
      </dgm:prSet>
      <dgm:spPr/>
    </dgm:pt>
    <dgm:pt modelId="{79380F1C-D280-4192-BE88-98CE2D93DFBA}" type="pres">
      <dgm:prSet presAssocID="{07C02F8B-897D-4B74-93F2-0FCF8A094034}" presName="sibTrans" presStyleCnt="0"/>
      <dgm:spPr/>
    </dgm:pt>
    <dgm:pt modelId="{62229559-A56B-41F1-A7F9-CC7529415E89}" type="pres">
      <dgm:prSet presAssocID="{96AC8E99-0E25-4F5C-83B1-0FC04F3B18C8}" presName="compNode" presStyleCnt="0"/>
      <dgm:spPr/>
    </dgm:pt>
    <dgm:pt modelId="{ED58F4B6-DC41-4C05-A7B6-CE53DDA25054}" type="pres">
      <dgm:prSet presAssocID="{96AC8E99-0E25-4F5C-83B1-0FC04F3B18C8}" presName="bgRect" presStyleLbl="bgShp" presStyleIdx="2" presStyleCnt="3"/>
      <dgm:spPr/>
    </dgm:pt>
    <dgm:pt modelId="{F658425F-78EE-45CA-A41C-34B705E60CF9}" type="pres">
      <dgm:prSet presAssocID="{96AC8E99-0E25-4F5C-83B1-0FC04F3B18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175CBDE1-F4DC-4391-AF56-41AE0C057CBD}" type="pres">
      <dgm:prSet presAssocID="{96AC8E99-0E25-4F5C-83B1-0FC04F3B18C8}" presName="spaceRect" presStyleCnt="0"/>
      <dgm:spPr/>
    </dgm:pt>
    <dgm:pt modelId="{6B52302C-9DE6-4B10-95DE-9C39471FE2F3}" type="pres">
      <dgm:prSet presAssocID="{96AC8E99-0E25-4F5C-83B1-0FC04F3B18C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ED49A1F-98BC-4A06-812C-3D2590BFE6E5}" type="presOf" srcId="{BF82F18D-460C-4E22-AABB-3DE81C438DAF}" destId="{DB1627F8-161A-4585-8308-DD8A8191F168}" srcOrd="0" destOrd="0" presId="urn:microsoft.com/office/officeart/2018/2/layout/IconVerticalSolidList"/>
    <dgm:cxn modelId="{36874D25-C4B5-4B7E-B2DB-C7C3A1D73FD3}" type="presOf" srcId="{96AC8E99-0E25-4F5C-83B1-0FC04F3B18C8}" destId="{6B52302C-9DE6-4B10-95DE-9C39471FE2F3}" srcOrd="0" destOrd="0" presId="urn:microsoft.com/office/officeart/2018/2/layout/IconVerticalSolidList"/>
    <dgm:cxn modelId="{E561FD47-A961-4065-8696-87F7283B0CEE}" srcId="{BF82F18D-460C-4E22-AABB-3DE81C438DAF}" destId="{CCDF6A6B-8158-43E6-BE54-B9A15CBA2881}" srcOrd="1" destOrd="0" parTransId="{2624BA52-A579-4FBF-AAD4-B61B79BBD164}" sibTransId="{07C02F8B-897D-4B74-93F2-0FCF8A094034}"/>
    <dgm:cxn modelId="{F913FA50-DFEB-4E1C-8F8E-A4C3279F6552}" srcId="{BF82F18D-460C-4E22-AABB-3DE81C438DAF}" destId="{96AC8E99-0E25-4F5C-83B1-0FC04F3B18C8}" srcOrd="2" destOrd="0" parTransId="{9D2BD704-3815-4D23-B3D6-BA680B3D10D8}" sibTransId="{48017349-092E-4C53-8F35-72DBE682CE6B}"/>
    <dgm:cxn modelId="{DFC2FD66-F84B-49DE-9C2F-70364A5EDFF2}" type="presOf" srcId="{55AE22BB-9648-4A7A-B7B2-870B2263C34F}" destId="{602A0C36-4DD4-49B8-83C7-18B7EE4CE4E1}" srcOrd="0" destOrd="0" presId="urn:microsoft.com/office/officeart/2018/2/layout/IconVerticalSolidList"/>
    <dgm:cxn modelId="{F27DF86F-EBB3-435A-8811-5ADC7F893D6E}" srcId="{BF82F18D-460C-4E22-AABB-3DE81C438DAF}" destId="{55AE22BB-9648-4A7A-B7B2-870B2263C34F}" srcOrd="0" destOrd="0" parTransId="{8BEBE244-D38F-4F1D-A4C1-453296BD9846}" sibTransId="{041DD8BE-028A-4262-A601-34C1E85024F9}"/>
    <dgm:cxn modelId="{96F3949C-152F-41A6-8972-54427F06DBBF}" type="presOf" srcId="{CCDF6A6B-8158-43E6-BE54-B9A15CBA2881}" destId="{3DC71373-B3D1-4287-A257-AE06901AD9AF}" srcOrd="0" destOrd="0" presId="urn:microsoft.com/office/officeart/2018/2/layout/IconVerticalSolidList"/>
    <dgm:cxn modelId="{BDE8B939-7A5A-4837-8458-A333FF7A1CDC}" type="presParOf" srcId="{DB1627F8-161A-4585-8308-DD8A8191F168}" destId="{0A9ADC49-FDF1-4302-81A2-23409D05D00A}" srcOrd="0" destOrd="0" presId="urn:microsoft.com/office/officeart/2018/2/layout/IconVerticalSolidList"/>
    <dgm:cxn modelId="{576484B2-0313-4598-A581-A274484B85DF}" type="presParOf" srcId="{0A9ADC49-FDF1-4302-81A2-23409D05D00A}" destId="{2AE33447-4845-4505-A9BB-B6B190C24E47}" srcOrd="0" destOrd="0" presId="urn:microsoft.com/office/officeart/2018/2/layout/IconVerticalSolidList"/>
    <dgm:cxn modelId="{B7C13ECE-649D-4163-BDD8-231D86F91C19}" type="presParOf" srcId="{0A9ADC49-FDF1-4302-81A2-23409D05D00A}" destId="{C8965391-04DD-44BD-8BFC-99ACA141C3F7}" srcOrd="1" destOrd="0" presId="urn:microsoft.com/office/officeart/2018/2/layout/IconVerticalSolidList"/>
    <dgm:cxn modelId="{FC87C773-D317-4362-AA81-3FF3DB8B70DD}" type="presParOf" srcId="{0A9ADC49-FDF1-4302-81A2-23409D05D00A}" destId="{9CFA973A-1EB2-426D-A0E8-9BE472F8A24B}" srcOrd="2" destOrd="0" presId="urn:microsoft.com/office/officeart/2018/2/layout/IconVerticalSolidList"/>
    <dgm:cxn modelId="{75F92C80-4B48-43A5-B877-07194A1A3AF3}" type="presParOf" srcId="{0A9ADC49-FDF1-4302-81A2-23409D05D00A}" destId="{602A0C36-4DD4-49B8-83C7-18B7EE4CE4E1}" srcOrd="3" destOrd="0" presId="urn:microsoft.com/office/officeart/2018/2/layout/IconVerticalSolidList"/>
    <dgm:cxn modelId="{422E457A-1ED0-489C-8A8E-68F1BA90573E}" type="presParOf" srcId="{DB1627F8-161A-4585-8308-DD8A8191F168}" destId="{B4EC2581-CE89-4F70-9823-AE64403F922A}" srcOrd="1" destOrd="0" presId="urn:microsoft.com/office/officeart/2018/2/layout/IconVerticalSolidList"/>
    <dgm:cxn modelId="{5EF858A9-EF86-4736-A344-6A213BD175F8}" type="presParOf" srcId="{DB1627F8-161A-4585-8308-DD8A8191F168}" destId="{D227735B-F1FD-45E9-846C-C67B8F4FAD12}" srcOrd="2" destOrd="0" presId="urn:microsoft.com/office/officeart/2018/2/layout/IconVerticalSolidList"/>
    <dgm:cxn modelId="{1095CE25-67A2-4DD7-A2A4-E06367CCB6ED}" type="presParOf" srcId="{D227735B-F1FD-45E9-846C-C67B8F4FAD12}" destId="{4496AEAC-A288-4A75-8F84-9F93F5951CAF}" srcOrd="0" destOrd="0" presId="urn:microsoft.com/office/officeart/2018/2/layout/IconVerticalSolidList"/>
    <dgm:cxn modelId="{C767EE9A-38D1-43FE-B00C-66879811DCC4}" type="presParOf" srcId="{D227735B-F1FD-45E9-846C-C67B8F4FAD12}" destId="{66A4330E-A65A-4E56-BBF5-8477401D2464}" srcOrd="1" destOrd="0" presId="urn:microsoft.com/office/officeart/2018/2/layout/IconVerticalSolidList"/>
    <dgm:cxn modelId="{0C881329-7DCA-43F9-8C82-30686273D960}" type="presParOf" srcId="{D227735B-F1FD-45E9-846C-C67B8F4FAD12}" destId="{F5EB6EC4-48C6-4356-9232-EB31524F233B}" srcOrd="2" destOrd="0" presId="urn:microsoft.com/office/officeart/2018/2/layout/IconVerticalSolidList"/>
    <dgm:cxn modelId="{CCB63065-E214-4612-BF4B-19C8F22BB480}" type="presParOf" srcId="{D227735B-F1FD-45E9-846C-C67B8F4FAD12}" destId="{3DC71373-B3D1-4287-A257-AE06901AD9AF}" srcOrd="3" destOrd="0" presId="urn:microsoft.com/office/officeart/2018/2/layout/IconVerticalSolidList"/>
    <dgm:cxn modelId="{D786E1A2-CCEC-41D4-A740-3FE82A4E6885}" type="presParOf" srcId="{DB1627F8-161A-4585-8308-DD8A8191F168}" destId="{79380F1C-D280-4192-BE88-98CE2D93DFBA}" srcOrd="3" destOrd="0" presId="urn:microsoft.com/office/officeart/2018/2/layout/IconVerticalSolidList"/>
    <dgm:cxn modelId="{0FF4CE45-D3D8-49CC-A192-DF8E0262B6AF}" type="presParOf" srcId="{DB1627F8-161A-4585-8308-DD8A8191F168}" destId="{62229559-A56B-41F1-A7F9-CC7529415E89}" srcOrd="4" destOrd="0" presId="urn:microsoft.com/office/officeart/2018/2/layout/IconVerticalSolidList"/>
    <dgm:cxn modelId="{CA61EDDB-C80B-4329-A81B-9AF73AE7527A}" type="presParOf" srcId="{62229559-A56B-41F1-A7F9-CC7529415E89}" destId="{ED58F4B6-DC41-4C05-A7B6-CE53DDA25054}" srcOrd="0" destOrd="0" presId="urn:microsoft.com/office/officeart/2018/2/layout/IconVerticalSolidList"/>
    <dgm:cxn modelId="{607F42F7-40CA-456D-B94E-7A53550257C5}" type="presParOf" srcId="{62229559-A56B-41F1-A7F9-CC7529415E89}" destId="{F658425F-78EE-45CA-A41C-34B705E60CF9}" srcOrd="1" destOrd="0" presId="urn:microsoft.com/office/officeart/2018/2/layout/IconVerticalSolidList"/>
    <dgm:cxn modelId="{A28A0835-4596-4791-A9F3-4ADAAFE922E3}" type="presParOf" srcId="{62229559-A56B-41F1-A7F9-CC7529415E89}" destId="{175CBDE1-F4DC-4391-AF56-41AE0C057CBD}" srcOrd="2" destOrd="0" presId="urn:microsoft.com/office/officeart/2018/2/layout/IconVerticalSolidList"/>
    <dgm:cxn modelId="{54E43830-2F14-427F-8261-587435F9AFBA}" type="presParOf" srcId="{62229559-A56B-41F1-A7F9-CC7529415E89}" destId="{6B52302C-9DE6-4B10-95DE-9C39471FE2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6CF70-67B2-4A4C-ACA9-859C5EC60405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FED01-D0B5-419F-B001-299A6BC97D63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55674-99B0-48B1-A77B-D4AE0DC64FF2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Treat all client input as untrusted; validate on the server (syntax + semantics). Client checks are helpful UX, not sufficient security.  </a:t>
          </a:r>
        </a:p>
      </dsp:txBody>
      <dsp:txXfrm>
        <a:off x="1437631" y="531"/>
        <a:ext cx="9077968" cy="1244702"/>
      </dsp:txXfrm>
    </dsp:sp>
    <dsp:sp modelId="{5D995564-4B76-4660-83FF-525CF94C9F3E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E7380-B14C-459D-94F7-0DBBEAF24527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79A06-5BB3-4C46-92B5-B4E886314977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Typical server-side validations: content type, ranges, cross-field rules, auth checks.</a:t>
          </a:r>
        </a:p>
      </dsp:txBody>
      <dsp:txXfrm>
        <a:off x="1437631" y="1556410"/>
        <a:ext cx="9077968" cy="1244702"/>
      </dsp:txXfrm>
    </dsp:sp>
    <dsp:sp modelId="{74FEED01-0497-4D3A-A57C-0160786A98B5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03F92-3C3E-4000-86AC-B16BECFC0A88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C609F-2F56-4911-B1D0-56724A46BB3F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Consequences of skipping server validation: injection, corrupted state, data leaks. </a:t>
          </a:r>
        </a:p>
      </dsp:txBody>
      <dsp:txXfrm>
        <a:off x="1437631" y="3112289"/>
        <a:ext cx="90779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9E181-636D-B04D-9863-58E01BE9335B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53AC0-F505-954B-98A8-0FEF819548E7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Scaling:</a:t>
          </a:r>
          <a:r>
            <a:rPr lang="en-US" sz="2200" kern="1200"/>
            <a:t> Serverless auto; VPS = you design autoscale (or scale manually).</a:t>
          </a:r>
        </a:p>
      </dsp:txBody>
      <dsp:txXfrm>
        <a:off x="0" y="675"/>
        <a:ext cx="6900512" cy="1106957"/>
      </dsp:txXfrm>
    </dsp:sp>
    <dsp:sp modelId="{660FD746-0C28-A744-92BA-3D9008C5CB9B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FB6AB-12A4-E249-A58C-902653B437F1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Latency:</a:t>
          </a:r>
          <a:r>
            <a:rPr lang="en-US" sz="2200" kern="1200"/>
            <a:t> Serverless may have cold starts; VPS is warm but you manage capacity.  </a:t>
          </a:r>
        </a:p>
      </dsp:txBody>
      <dsp:txXfrm>
        <a:off x="0" y="1107633"/>
        <a:ext cx="6900512" cy="1106957"/>
      </dsp:txXfrm>
    </dsp:sp>
    <dsp:sp modelId="{AFBA4AF0-F023-3648-AC9C-A4C9F8BABD15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3DB66-A624-9746-8550-F73C30CAC695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Control:</a:t>
          </a:r>
          <a:r>
            <a:rPr lang="en-US" sz="2200" kern="1200"/>
            <a:t> Serverless sandboxed; VPS full root control (kernels, agents).</a:t>
          </a:r>
        </a:p>
      </dsp:txBody>
      <dsp:txXfrm>
        <a:off x="0" y="2214591"/>
        <a:ext cx="6900512" cy="1106957"/>
      </dsp:txXfrm>
    </dsp:sp>
    <dsp:sp modelId="{35F44671-7693-3A48-A1A5-38370AF29096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EEAE0-15A0-9D4C-B317-1F6EE0A31535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Security posture:</a:t>
          </a:r>
          <a:r>
            <a:rPr lang="en-US" sz="2200" kern="1200"/>
            <a:t> Serverless shares more infra but is managed; VPS requires you to patch, firewall, rotate keys.  </a:t>
          </a:r>
        </a:p>
      </dsp:txBody>
      <dsp:txXfrm>
        <a:off x="0" y="3321549"/>
        <a:ext cx="6900512" cy="1106957"/>
      </dsp:txXfrm>
    </dsp:sp>
    <dsp:sp modelId="{DDA5FFF0-1130-8A45-8998-CF555BBE4BF2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5D13A-D1FD-8D4A-A3A2-EBA5E0EA629A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Cost:</a:t>
          </a:r>
          <a:r>
            <a:rPr lang="en-US" sz="2200" kern="1200"/>
            <a:t> Serverless shines for spiky/low traffic; VPS often wins for steady loads or special workloads.</a:t>
          </a:r>
        </a:p>
      </dsp:txBody>
      <dsp:txXfrm>
        <a:off x="0" y="4428507"/>
        <a:ext cx="6900512" cy="1106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8A0E42-B628-4343-8B2C-38A13580D766}">
      <dsp:nvSpPr>
        <dsp:cNvPr id="0" name=""/>
        <dsp:cNvSpPr/>
      </dsp:nvSpPr>
      <dsp:spPr>
        <a:xfrm>
          <a:off x="1380102" y="2554"/>
          <a:ext cx="5520409" cy="132321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111" tIns="336096" rIns="107111" bIns="33609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Warm-path init: Move SDK clients/DB pools to global scope to allow reuse across invocations. Google Cloud+1</a:t>
          </a:r>
        </a:p>
      </dsp:txBody>
      <dsp:txXfrm>
        <a:off x="1380102" y="2554"/>
        <a:ext cx="5520409" cy="1323213"/>
      </dsp:txXfrm>
    </dsp:sp>
    <dsp:sp modelId="{EE459D2B-11F6-E746-BFFF-43D555F915E7}">
      <dsp:nvSpPr>
        <dsp:cNvPr id="0" name=""/>
        <dsp:cNvSpPr/>
      </dsp:nvSpPr>
      <dsp:spPr>
        <a:xfrm>
          <a:off x="0" y="2554"/>
          <a:ext cx="1380102" cy="13232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0" tIns="130704" rIns="73030" bIns="1307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Move</a:t>
          </a:r>
        </a:p>
      </dsp:txBody>
      <dsp:txXfrm>
        <a:off x="0" y="2554"/>
        <a:ext cx="1380102" cy="1323213"/>
      </dsp:txXfrm>
    </dsp:sp>
    <dsp:sp modelId="{36DFB034-D207-F149-96B2-6D89DA5A9934}">
      <dsp:nvSpPr>
        <dsp:cNvPr id="0" name=""/>
        <dsp:cNvSpPr/>
      </dsp:nvSpPr>
      <dsp:spPr>
        <a:xfrm>
          <a:off x="1380102" y="1405160"/>
          <a:ext cx="5520409" cy="1323213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111" tIns="336096" rIns="107111" bIns="33609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Cold start hygiene: Trim dependencies; lazy-load rarely used modules; consider min instances/provisioned concurrency for latency-sensitive endpoints. Google Cloud Documentation+2Firebase+2</a:t>
          </a:r>
        </a:p>
      </dsp:txBody>
      <dsp:txXfrm>
        <a:off x="1380102" y="1405160"/>
        <a:ext cx="5520409" cy="1323213"/>
      </dsp:txXfrm>
    </dsp:sp>
    <dsp:sp modelId="{BD764352-9E8B-5646-ACA0-AD64FC1E3351}">
      <dsp:nvSpPr>
        <dsp:cNvPr id="0" name=""/>
        <dsp:cNvSpPr/>
      </dsp:nvSpPr>
      <dsp:spPr>
        <a:xfrm>
          <a:off x="0" y="1405160"/>
          <a:ext cx="1380102" cy="1323213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0" tIns="130704" rIns="73030" bIns="1307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Start</a:t>
          </a:r>
        </a:p>
      </dsp:txBody>
      <dsp:txXfrm>
        <a:off x="0" y="1405160"/>
        <a:ext cx="1380102" cy="1323213"/>
      </dsp:txXfrm>
    </dsp:sp>
    <dsp:sp modelId="{391EA1F7-2CF6-904A-B9E6-5D1C09C18025}">
      <dsp:nvSpPr>
        <dsp:cNvPr id="0" name=""/>
        <dsp:cNvSpPr/>
      </dsp:nvSpPr>
      <dsp:spPr>
        <a:xfrm>
          <a:off x="1380102" y="2807766"/>
          <a:ext cx="5520409" cy="1323213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111" tIns="336096" rIns="107111" bIns="33609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Connections: Prefer HTTP keep-alive; reuse clients; understand concurrency scaling (each concurrent request → separate runtime slot). AWS Documentation+1</a:t>
          </a:r>
        </a:p>
      </dsp:txBody>
      <dsp:txXfrm>
        <a:off x="1380102" y="2807766"/>
        <a:ext cx="5520409" cy="1323213"/>
      </dsp:txXfrm>
    </dsp:sp>
    <dsp:sp modelId="{1826CF13-2659-D74D-A841-5FA557829A11}">
      <dsp:nvSpPr>
        <dsp:cNvPr id="0" name=""/>
        <dsp:cNvSpPr/>
      </dsp:nvSpPr>
      <dsp:spPr>
        <a:xfrm>
          <a:off x="0" y="2807766"/>
          <a:ext cx="1380102" cy="1323213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0" tIns="130704" rIns="73030" bIns="1307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Prefer</a:t>
          </a:r>
        </a:p>
      </dsp:txBody>
      <dsp:txXfrm>
        <a:off x="0" y="2807766"/>
        <a:ext cx="1380102" cy="1323213"/>
      </dsp:txXfrm>
    </dsp:sp>
    <dsp:sp modelId="{9F21929F-A306-584C-962E-27CB033D456B}">
      <dsp:nvSpPr>
        <dsp:cNvPr id="0" name=""/>
        <dsp:cNvSpPr/>
      </dsp:nvSpPr>
      <dsp:spPr>
        <a:xfrm>
          <a:off x="1380102" y="4210373"/>
          <a:ext cx="5520409" cy="1323213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111" tIns="336096" rIns="107111" bIns="33609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Time limits &amp; idempotency: Design handlers to be idempotent where possible to allow safe retries.</a:t>
          </a:r>
        </a:p>
      </dsp:txBody>
      <dsp:txXfrm>
        <a:off x="1380102" y="4210373"/>
        <a:ext cx="5520409" cy="1323213"/>
      </dsp:txXfrm>
    </dsp:sp>
    <dsp:sp modelId="{B91FF27D-B4FC-F74B-8A8C-EABD532C59B5}">
      <dsp:nvSpPr>
        <dsp:cNvPr id="0" name=""/>
        <dsp:cNvSpPr/>
      </dsp:nvSpPr>
      <dsp:spPr>
        <a:xfrm>
          <a:off x="0" y="4210373"/>
          <a:ext cx="1380102" cy="132321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0" tIns="130704" rIns="73030" bIns="1307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Time</a:t>
          </a:r>
        </a:p>
      </dsp:txBody>
      <dsp:txXfrm>
        <a:off x="0" y="4210373"/>
        <a:ext cx="1380102" cy="13232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51FB5-1736-4B4C-B731-D254D409C0A6}">
      <dsp:nvSpPr>
        <dsp:cNvPr id="0" name=""/>
        <dsp:cNvSpPr/>
      </dsp:nvSpPr>
      <dsp:spPr>
        <a:xfrm>
          <a:off x="1380102" y="2554"/>
          <a:ext cx="5520409" cy="13232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111" tIns="336096" rIns="107111" bIns="33609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Security first: Default-deny Firewalls, explicit allow rules; keep OS patched; use SSH keys. Hetzner Docs</a:t>
          </a:r>
        </a:p>
      </dsp:txBody>
      <dsp:txXfrm>
        <a:off x="1380102" y="2554"/>
        <a:ext cx="5520409" cy="1323213"/>
      </dsp:txXfrm>
    </dsp:sp>
    <dsp:sp modelId="{7F5540ED-6927-9849-B309-CB7885D0F7A3}">
      <dsp:nvSpPr>
        <dsp:cNvPr id="0" name=""/>
        <dsp:cNvSpPr/>
      </dsp:nvSpPr>
      <dsp:spPr>
        <a:xfrm>
          <a:off x="0" y="2554"/>
          <a:ext cx="1380102" cy="13232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0" tIns="130704" rIns="73030" bIns="13070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Default</a:t>
          </a:r>
        </a:p>
      </dsp:txBody>
      <dsp:txXfrm>
        <a:off x="0" y="2554"/>
        <a:ext cx="1380102" cy="1323213"/>
      </dsp:txXfrm>
    </dsp:sp>
    <dsp:sp modelId="{B922D734-AE12-AE4B-9132-AC7AD64A1BEF}">
      <dsp:nvSpPr>
        <dsp:cNvPr id="0" name=""/>
        <dsp:cNvSpPr/>
      </dsp:nvSpPr>
      <dsp:spPr>
        <a:xfrm>
          <a:off x="1380102" y="1405160"/>
          <a:ext cx="5520409" cy="1323213"/>
        </a:xfrm>
        <a:prstGeom prst="rect">
          <a:avLst/>
        </a:prstGeom>
        <a:solidFill>
          <a:schemeClr val="accent2">
            <a:tint val="40000"/>
            <a:alpha val="90000"/>
            <a:hueOff val="2244908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8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111" tIns="336096" rIns="107111" bIns="33609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Resilience: Use Snapshots/Backups before upgrades; rehearse restores. Hetzner Docs</a:t>
          </a:r>
        </a:p>
      </dsp:txBody>
      <dsp:txXfrm>
        <a:off x="1380102" y="1405160"/>
        <a:ext cx="5520409" cy="1323213"/>
      </dsp:txXfrm>
    </dsp:sp>
    <dsp:sp modelId="{A280730A-7485-FF44-89B8-29B881BCF3AA}">
      <dsp:nvSpPr>
        <dsp:cNvPr id="0" name=""/>
        <dsp:cNvSpPr/>
      </dsp:nvSpPr>
      <dsp:spPr>
        <a:xfrm>
          <a:off x="0" y="1405160"/>
          <a:ext cx="1380102" cy="1323213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0" tIns="130704" rIns="73030" bIns="13070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</a:t>
          </a:r>
        </a:p>
      </dsp:txBody>
      <dsp:txXfrm>
        <a:off x="0" y="1405160"/>
        <a:ext cx="1380102" cy="1323213"/>
      </dsp:txXfrm>
    </dsp:sp>
    <dsp:sp modelId="{6222348E-6F6F-8847-8CD5-638A44D3BA67}">
      <dsp:nvSpPr>
        <dsp:cNvPr id="0" name=""/>
        <dsp:cNvSpPr/>
      </dsp:nvSpPr>
      <dsp:spPr>
        <a:xfrm>
          <a:off x="1380102" y="2807766"/>
          <a:ext cx="5520409" cy="1323213"/>
        </a:xfrm>
        <a:prstGeom prst="rect">
          <a:avLst/>
        </a:prstGeom>
        <a:solidFill>
          <a:schemeClr val="accent2">
            <a:tint val="40000"/>
            <a:alpha val="90000"/>
            <a:hueOff val="4489816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6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111" tIns="336096" rIns="107111" bIns="33609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Failover: Put a Floating IP in front; reassign on node failure. Hetzner Docs</a:t>
          </a:r>
        </a:p>
      </dsp:txBody>
      <dsp:txXfrm>
        <a:off x="1380102" y="2807766"/>
        <a:ext cx="5520409" cy="1323213"/>
      </dsp:txXfrm>
    </dsp:sp>
    <dsp:sp modelId="{B596CCD9-FD8F-7F4C-ABC7-D38CF14C59DF}">
      <dsp:nvSpPr>
        <dsp:cNvPr id="0" name=""/>
        <dsp:cNvSpPr/>
      </dsp:nvSpPr>
      <dsp:spPr>
        <a:xfrm>
          <a:off x="0" y="2807766"/>
          <a:ext cx="1380102" cy="1323213"/>
        </a:xfrm>
        <a:prstGeom prst="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0" tIns="130704" rIns="73030" bIns="13070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Put</a:t>
          </a:r>
        </a:p>
      </dsp:txBody>
      <dsp:txXfrm>
        <a:off x="0" y="2807766"/>
        <a:ext cx="1380102" cy="1323213"/>
      </dsp:txXfrm>
    </dsp:sp>
    <dsp:sp modelId="{9F719A6A-C551-4E4E-BBE9-2A3C5B5FCDF3}">
      <dsp:nvSpPr>
        <dsp:cNvPr id="0" name=""/>
        <dsp:cNvSpPr/>
      </dsp:nvSpPr>
      <dsp:spPr>
        <a:xfrm>
          <a:off x="1380102" y="4210373"/>
          <a:ext cx="5520409" cy="1323213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111" tIns="336096" rIns="107111" bIns="33609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Ops: Monitor CPU/RAM/disk IO; automate with Ansible/Terraform (Hetzner APIs are available).</a:t>
          </a:r>
        </a:p>
      </dsp:txBody>
      <dsp:txXfrm>
        <a:off x="1380102" y="4210373"/>
        <a:ext cx="5520409" cy="1323213"/>
      </dsp:txXfrm>
    </dsp:sp>
    <dsp:sp modelId="{C2D82F0B-4E64-7E44-AC3B-00B0FB0A8DA6}">
      <dsp:nvSpPr>
        <dsp:cNvPr id="0" name=""/>
        <dsp:cNvSpPr/>
      </dsp:nvSpPr>
      <dsp:spPr>
        <a:xfrm>
          <a:off x="0" y="4210373"/>
          <a:ext cx="1380102" cy="1323213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0" tIns="130704" rIns="73030" bIns="13070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Monitor</a:t>
          </a:r>
        </a:p>
      </dsp:txBody>
      <dsp:txXfrm>
        <a:off x="0" y="4210373"/>
        <a:ext cx="1380102" cy="13232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540050-9DDF-FE41-9D9A-C791CFC441A0}">
      <dsp:nvSpPr>
        <dsp:cNvPr id="0" name=""/>
        <dsp:cNvSpPr/>
      </dsp:nvSpPr>
      <dsp:spPr>
        <a:xfrm>
          <a:off x="0" y="32610"/>
          <a:ext cx="6900512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 dirty="0" err="1"/>
            <a:t>package:http</a:t>
          </a:r>
          <a:r>
            <a:rPr lang="en-US" sz="2600" b="0" i="0" kern="1200" baseline="0" dirty="0"/>
            <a:t>: simple, composable; </a:t>
          </a:r>
          <a:r>
            <a:rPr lang="en-US" sz="2600" b="0" i="0" kern="1200" baseline="0" dirty="0" err="1"/>
            <a:t>RetryClient</a:t>
          </a:r>
          <a:r>
            <a:rPr lang="en-US" sz="2600" b="0" i="0" kern="1200" baseline="0" dirty="0"/>
            <a:t> helper available. </a:t>
          </a:r>
          <a:endParaRPr lang="en-US" sz="2600" kern="1200" dirty="0"/>
        </a:p>
      </dsp:txBody>
      <dsp:txXfrm>
        <a:off x="50489" y="83099"/>
        <a:ext cx="6799534" cy="933302"/>
      </dsp:txXfrm>
    </dsp:sp>
    <dsp:sp modelId="{09162B87-FD97-2449-8107-7952EF00383F}">
      <dsp:nvSpPr>
        <dsp:cNvPr id="0" name=""/>
        <dsp:cNvSpPr/>
      </dsp:nvSpPr>
      <dsp:spPr>
        <a:xfrm>
          <a:off x="0" y="1141770"/>
          <a:ext cx="6900512" cy="103428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dio</a:t>
          </a:r>
          <a:r>
            <a:rPr lang="en-US" sz="2600" b="0" i="0" kern="1200" baseline="0"/>
            <a:t>: rich features (interceptors, cancel tokens, form/multipart, transformers). </a:t>
          </a:r>
          <a:endParaRPr lang="en-US" sz="2600" kern="1200"/>
        </a:p>
      </dsp:txBody>
      <dsp:txXfrm>
        <a:off x="50489" y="1192259"/>
        <a:ext cx="6799534" cy="933302"/>
      </dsp:txXfrm>
    </dsp:sp>
    <dsp:sp modelId="{B3AD4BBC-C6BD-2848-8606-587AE3089FC7}">
      <dsp:nvSpPr>
        <dsp:cNvPr id="0" name=""/>
        <dsp:cNvSpPr/>
      </dsp:nvSpPr>
      <dsp:spPr>
        <a:xfrm>
          <a:off x="0" y="2250930"/>
          <a:ext cx="6900512" cy="1034280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Chopper</a:t>
          </a:r>
          <a:r>
            <a:rPr lang="en-US" sz="2600" b="0" i="0" kern="1200" baseline="0"/>
            <a:t>: declarative API client generator (via code gen). </a:t>
          </a:r>
          <a:endParaRPr lang="en-US" sz="2600" kern="1200"/>
        </a:p>
      </dsp:txBody>
      <dsp:txXfrm>
        <a:off x="50489" y="2301419"/>
        <a:ext cx="6799534" cy="933302"/>
      </dsp:txXfrm>
    </dsp:sp>
    <dsp:sp modelId="{9355064C-99FC-9F45-9FED-11D74B69AFE2}">
      <dsp:nvSpPr>
        <dsp:cNvPr id="0" name=""/>
        <dsp:cNvSpPr/>
      </dsp:nvSpPr>
      <dsp:spPr>
        <a:xfrm>
          <a:off x="0" y="3360090"/>
          <a:ext cx="6900512" cy="1034280"/>
        </a:xfrm>
        <a:prstGeom prst="roundRect">
          <a:avLst/>
        </a:prstGeom>
        <a:solidFill>
          <a:schemeClr val="accent2">
            <a:hueOff val="4832709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retrofit.dart</a:t>
          </a:r>
          <a:r>
            <a:rPr lang="en-US" sz="2600" b="0" i="0" kern="1200" baseline="0"/>
            <a:t>: annotations + generator on top of Dio. </a:t>
          </a:r>
          <a:endParaRPr lang="en-US" sz="2600" kern="1200"/>
        </a:p>
      </dsp:txBody>
      <dsp:txXfrm>
        <a:off x="50489" y="3410579"/>
        <a:ext cx="6799534" cy="933302"/>
      </dsp:txXfrm>
    </dsp:sp>
    <dsp:sp modelId="{EAA14B34-E04E-6240-A315-0919E0DDDFDB}">
      <dsp:nvSpPr>
        <dsp:cNvPr id="0" name=""/>
        <dsp:cNvSpPr/>
      </dsp:nvSpPr>
      <dsp:spPr>
        <a:xfrm>
          <a:off x="0" y="4469250"/>
          <a:ext cx="6900512" cy="103428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dart:io HttpClient</a:t>
          </a:r>
          <a:r>
            <a:rPr lang="en-US" sz="2600" b="0" i="0" kern="1200" baseline="0"/>
            <a:t>: low-level control (TLS, sockets) when you need it.</a:t>
          </a:r>
          <a:endParaRPr lang="en-US" sz="2600" kern="1200"/>
        </a:p>
      </dsp:txBody>
      <dsp:txXfrm>
        <a:off x="50489" y="4519739"/>
        <a:ext cx="6799534" cy="9333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2CD693-B024-42E0-87B7-1BD678FE0EE8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911FA-AF5C-46EB-8701-EF491FB0EADC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CA600-379E-4152-8A75-4D335EA33859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Set </a:t>
          </a:r>
          <a:r>
            <a:rPr lang="en-US" sz="2200" b="1" i="0" kern="1200" baseline="0"/>
            <a:t>timeouts</a:t>
          </a:r>
          <a:r>
            <a:rPr lang="en-US" sz="2200" b="0" i="0" kern="1200" baseline="0"/>
            <a:t> (connect/read) explicitly.</a:t>
          </a:r>
          <a:endParaRPr lang="en-US" sz="2200" kern="1200"/>
        </a:p>
      </dsp:txBody>
      <dsp:txXfrm>
        <a:off x="1058686" y="1808"/>
        <a:ext cx="9456913" cy="916611"/>
      </dsp:txXfrm>
    </dsp:sp>
    <dsp:sp modelId="{18284748-F0F8-44C5-8711-68506D3DDC36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86C964-C1A0-4460-BA59-05F2C69B39F6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C383B-D2C9-4F83-A812-998DBDDCB247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Use Dio </a:t>
          </a:r>
          <a:r>
            <a:rPr lang="en-US" sz="2200" b="1" i="0" kern="1200" baseline="0"/>
            <a:t>interceptors</a:t>
          </a:r>
          <a:r>
            <a:rPr lang="en-US" sz="2200" b="0" i="0" kern="1200" baseline="0"/>
            <a:t> for auth headers, logging, unified error mapping. </a:t>
          </a:r>
          <a:endParaRPr lang="en-US" sz="2200" kern="1200"/>
        </a:p>
      </dsp:txBody>
      <dsp:txXfrm>
        <a:off x="1058686" y="1147573"/>
        <a:ext cx="9456913" cy="916611"/>
      </dsp:txXfrm>
    </dsp:sp>
    <dsp:sp modelId="{26D8CD20-AA0A-41B0-AE51-31D84221E19E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88576-9BEB-44DC-9B3A-CFD7CB76A577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0E120-ED4F-490D-9004-1BE193E1A9E5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Cancel</a:t>
          </a:r>
          <a:r>
            <a:rPr lang="en-US" sz="2200" b="0" i="0" kern="1200" baseline="0"/>
            <a:t> in-flight requests on screen dispose (Dio CancelToken). </a:t>
          </a:r>
          <a:endParaRPr lang="en-US" sz="2200" kern="1200"/>
        </a:p>
      </dsp:txBody>
      <dsp:txXfrm>
        <a:off x="1058686" y="2293338"/>
        <a:ext cx="9456913" cy="916611"/>
      </dsp:txXfrm>
    </dsp:sp>
    <dsp:sp modelId="{3A2DE3D6-1074-4577-B719-00250472248D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78110A-7B84-44CA-AC1E-64FB1D981393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27132-1CDE-49E8-A4B9-71DA640ACCB0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Prefer codegen clients (Chopper/retrofit) for larger APIs to keep call sites typed and consistent.</a:t>
          </a:r>
          <a:endParaRPr lang="en-US" sz="2200" kern="1200"/>
        </a:p>
      </dsp:txBody>
      <dsp:txXfrm>
        <a:off x="1058686" y="3439103"/>
        <a:ext cx="9456913" cy="9166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395E0-3DC8-3145-89DA-DE74E23F5167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8F94F-E134-1D45-B924-6E114E71DB18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HTTP </a:t>
          </a:r>
          <a:r>
            <a:rPr lang="en-US" sz="2600" b="1" i="0" kern="1200" baseline="0" dirty="0"/>
            <a:t>idempotent</a:t>
          </a:r>
          <a:r>
            <a:rPr lang="en-US" sz="2600" b="0" i="0" kern="1200" baseline="0" dirty="0"/>
            <a:t> methods (GET, HEAD, PUT, DELETE, OPTIONS) are defined to be safe to repeat; beware POST/PATCH unless you add idempotency keys.</a:t>
          </a:r>
          <a:endParaRPr lang="en-US" sz="2600" kern="1200" dirty="0"/>
        </a:p>
      </dsp:txBody>
      <dsp:txXfrm>
        <a:off x="696297" y="538547"/>
        <a:ext cx="4171627" cy="2590157"/>
      </dsp:txXfrm>
    </dsp:sp>
    <dsp:sp modelId="{C059BCAF-3B8A-8742-8436-0E8B54598F78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CE16A-3A2E-C942-B3F4-51BCE1EE20B1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Respect server hints: </a:t>
          </a:r>
          <a:r>
            <a:rPr lang="en-US" sz="2600" b="1" i="0" kern="1200" baseline="0"/>
            <a:t>Retry-After</a:t>
          </a:r>
          <a:r>
            <a:rPr lang="en-US" sz="2600" b="0" i="0" kern="1200" baseline="0"/>
            <a:t> header gives wait time (e.g., after 429/503). </a:t>
          </a:r>
          <a:endParaRPr lang="en-US" sz="2600" kern="1200"/>
        </a:p>
      </dsp:txBody>
      <dsp:txXfrm>
        <a:off x="5991936" y="538547"/>
        <a:ext cx="4171627" cy="25901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16A6E1-8E92-414D-AE48-52418F51B682}">
      <dsp:nvSpPr>
        <dsp:cNvPr id="0" name=""/>
        <dsp:cNvSpPr/>
      </dsp:nvSpPr>
      <dsp:spPr>
        <a:xfrm>
          <a:off x="625259" y="947789"/>
          <a:ext cx="916312" cy="916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48E92-D991-47C4-8652-334AEA3F4D6A}">
      <dsp:nvSpPr>
        <dsp:cNvPr id="0" name=""/>
        <dsp:cNvSpPr/>
      </dsp:nvSpPr>
      <dsp:spPr>
        <a:xfrm>
          <a:off x="65290" y="2176795"/>
          <a:ext cx="2036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Use </a:t>
          </a:r>
          <a:r>
            <a:rPr lang="en-US" sz="1100" b="1" i="0" kern="1200" baseline="0" dirty="0"/>
            <a:t>exponential backoff</a:t>
          </a:r>
          <a:r>
            <a:rPr lang="en-US" sz="1100" b="0" i="0" kern="1200" baseline="0" dirty="0"/>
            <a:t> with </a:t>
          </a:r>
          <a:r>
            <a:rPr lang="en-US" sz="1100" b="1" i="0" kern="1200" baseline="0" dirty="0"/>
            <a:t>jitter</a:t>
          </a:r>
          <a:r>
            <a:rPr lang="en-US" sz="1100" b="0" i="0" kern="1200" baseline="0" dirty="0"/>
            <a:t> to avoid thundering herds and synchronized retries. Cap the max delay. </a:t>
          </a:r>
          <a:endParaRPr lang="en-US" sz="1100" kern="1200" dirty="0"/>
        </a:p>
      </dsp:txBody>
      <dsp:txXfrm>
        <a:off x="65290" y="2176795"/>
        <a:ext cx="2036250" cy="855000"/>
      </dsp:txXfrm>
    </dsp:sp>
    <dsp:sp modelId="{0A274F2E-7A99-4ABC-8321-69C2E0AC35DC}">
      <dsp:nvSpPr>
        <dsp:cNvPr id="0" name=""/>
        <dsp:cNvSpPr/>
      </dsp:nvSpPr>
      <dsp:spPr>
        <a:xfrm>
          <a:off x="3017853" y="947789"/>
          <a:ext cx="916312" cy="916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C9DB3-1B4F-492C-A5A1-443544F5B0B9}">
      <dsp:nvSpPr>
        <dsp:cNvPr id="0" name=""/>
        <dsp:cNvSpPr/>
      </dsp:nvSpPr>
      <dsp:spPr>
        <a:xfrm>
          <a:off x="2457884" y="2176795"/>
          <a:ext cx="2036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Client-side </a:t>
          </a:r>
          <a:r>
            <a:rPr lang="en-US" sz="1100" b="1" i="0" kern="1200" baseline="0"/>
            <a:t>adaptive throttling</a:t>
          </a:r>
          <a:r>
            <a:rPr lang="en-US" sz="1100" b="0" i="0" kern="1200" baseline="0"/>
            <a:t> can stabilize systems under overload.</a:t>
          </a:r>
          <a:endParaRPr lang="en-US" sz="1100" kern="1200"/>
        </a:p>
      </dsp:txBody>
      <dsp:txXfrm>
        <a:off x="2457884" y="2176795"/>
        <a:ext cx="2036250" cy="855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83130-8E3F-BC42-ACC6-54A68AA5E0C7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B48F9-4D06-6648-A412-7FDA04081B22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When many clients retry failed requests at the same time (e.g., after a transient outage or rate-limit error), they can all flood the server simultaneously.</a:t>
          </a:r>
        </a:p>
      </dsp:txBody>
      <dsp:txXfrm>
        <a:off x="0" y="2703"/>
        <a:ext cx="6900512" cy="921789"/>
      </dsp:txXfrm>
    </dsp:sp>
    <dsp:sp modelId="{48DA0EB3-C490-1A4F-9D30-C8DAAC4EDFA2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2">
            <a:hueOff val="1288722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2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7B1A9C-A8D6-154F-B5FF-1215638C7306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synchronized retry surge can </a:t>
          </a:r>
          <a:r>
            <a:rPr lang="en-US" sz="1800" b="1" kern="1200"/>
            <a:t>worsen overload</a:t>
          </a:r>
          <a:r>
            <a:rPr lang="en-US" sz="1800" kern="1200"/>
            <a:t> and </a:t>
          </a:r>
          <a:r>
            <a:rPr lang="en-US" sz="1800" b="1" kern="1200"/>
            <a:t>delay recovery</a:t>
          </a:r>
          <a:r>
            <a:rPr lang="en-US" sz="1800" kern="1200"/>
            <a:t>.</a:t>
          </a:r>
        </a:p>
      </dsp:txBody>
      <dsp:txXfrm>
        <a:off x="0" y="924492"/>
        <a:ext cx="6900512" cy="921789"/>
      </dsp:txXfrm>
    </dsp:sp>
    <dsp:sp modelId="{FB982DCF-0B2F-E741-9297-8B4746CDC4AE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68D02C-30E7-D946-99B3-6909BE0D658D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To solve this:</a:t>
          </a:r>
          <a:br>
            <a:rPr lang="en-US" sz="1800" kern="1200" dirty="0"/>
          </a:br>
          <a:r>
            <a:rPr lang="en-US" sz="1800" kern="1200" dirty="0"/>
            <a:t>Increase the delay </a:t>
          </a:r>
          <a:r>
            <a:rPr lang="en-US" sz="1800" b="1" kern="1200" dirty="0"/>
            <a:t>exponentially</a:t>
          </a:r>
          <a:r>
            <a:rPr lang="en-US" sz="1800" kern="1200" dirty="0"/>
            <a:t> after each retry attempt:</a:t>
          </a:r>
        </a:p>
      </dsp:txBody>
      <dsp:txXfrm>
        <a:off x="0" y="1846281"/>
        <a:ext cx="6900512" cy="921789"/>
      </dsp:txXfrm>
    </dsp:sp>
    <dsp:sp modelId="{CC3B84FE-8173-B444-AEC9-BE5D74321FD4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3866168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8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CAD98-6DE8-C948-8678-F07294232E75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Example: 1s → 2s → 4s → 8s → 16s …</a:t>
          </a:r>
        </a:p>
      </dsp:txBody>
      <dsp:txXfrm>
        <a:off x="0" y="2768070"/>
        <a:ext cx="6900512" cy="921789"/>
      </dsp:txXfrm>
    </dsp:sp>
    <dsp:sp modelId="{AD9951DD-532C-E347-8535-87291B84B0B5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5154890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0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B1672-B75B-6C44-9495-9E79527DAB18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allows transient issues to resolve before retrying, reducing wasted retries.</a:t>
          </a:r>
        </a:p>
      </dsp:txBody>
      <dsp:txXfrm>
        <a:off x="0" y="3689859"/>
        <a:ext cx="6900512" cy="921789"/>
      </dsp:txXfrm>
    </dsp:sp>
    <dsp:sp modelId="{D0DF0D89-9709-2E40-B92C-6DD3E43EFEBA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7323D-C690-4E47-A947-6658233CD7B6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Always </a:t>
          </a:r>
          <a:r>
            <a:rPr lang="en-US" sz="1800" b="1" kern="1200"/>
            <a:t>cap the maximum delay</a:t>
          </a:r>
          <a:r>
            <a:rPr lang="en-US" sz="1800" kern="1200"/>
            <a:t> (e.g., 30 seconds or 1 minute) to prevent excessive waiting.</a:t>
          </a:r>
        </a:p>
      </dsp:txBody>
      <dsp:txXfrm>
        <a:off x="0" y="4611648"/>
        <a:ext cx="6900512" cy="92178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D8D6E-0207-6042-9911-80F9D13B16BB}">
      <dsp:nvSpPr>
        <dsp:cNvPr id="0" name=""/>
        <dsp:cNvSpPr/>
      </dsp:nvSpPr>
      <dsp:spPr>
        <a:xfrm>
          <a:off x="0" y="86042"/>
          <a:ext cx="6364224" cy="71867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a </a:t>
          </a:r>
          <a:r>
            <a:rPr lang="en-US" sz="1800" b="1" kern="1200"/>
            <a:t>random factor</a:t>
          </a:r>
          <a:r>
            <a:rPr lang="en-US" sz="1800" kern="1200"/>
            <a:t> (“jitter”) to break retry synchronization:</a:t>
          </a:r>
        </a:p>
      </dsp:txBody>
      <dsp:txXfrm>
        <a:off x="35083" y="121125"/>
        <a:ext cx="6294058" cy="648506"/>
      </dsp:txXfrm>
    </dsp:sp>
    <dsp:sp modelId="{C04FC62A-18E3-C44E-B2F5-8BAC28E8F16A}">
      <dsp:nvSpPr>
        <dsp:cNvPr id="0" name=""/>
        <dsp:cNvSpPr/>
      </dsp:nvSpPr>
      <dsp:spPr>
        <a:xfrm>
          <a:off x="0" y="856554"/>
          <a:ext cx="6364224" cy="718672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Without jitter, all clients follow the same delay pattern — they still collide.</a:t>
          </a:r>
        </a:p>
      </dsp:txBody>
      <dsp:txXfrm>
        <a:off x="35083" y="891637"/>
        <a:ext cx="6294058" cy="648506"/>
      </dsp:txXfrm>
    </dsp:sp>
    <dsp:sp modelId="{4CACFAAA-3BE9-6F45-94A5-F501B9E61D64}">
      <dsp:nvSpPr>
        <dsp:cNvPr id="0" name=""/>
        <dsp:cNvSpPr/>
      </dsp:nvSpPr>
      <dsp:spPr>
        <a:xfrm>
          <a:off x="0" y="1627067"/>
          <a:ext cx="6364224" cy="718672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With jitter, delays are randomized across clients, smoothing retry load.</a:t>
          </a:r>
        </a:p>
      </dsp:txBody>
      <dsp:txXfrm>
        <a:off x="35083" y="1662150"/>
        <a:ext cx="6294058" cy="648506"/>
      </dsp:txXfrm>
    </dsp:sp>
    <dsp:sp modelId="{BC07D48C-A645-E847-85D9-3FABC058E57B}">
      <dsp:nvSpPr>
        <dsp:cNvPr id="0" name=""/>
        <dsp:cNvSpPr/>
      </dsp:nvSpPr>
      <dsp:spPr>
        <a:xfrm>
          <a:off x="0" y="2397579"/>
          <a:ext cx="6364224" cy="718672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Common strategies:</a:t>
          </a:r>
        </a:p>
      </dsp:txBody>
      <dsp:txXfrm>
        <a:off x="35083" y="2432662"/>
        <a:ext cx="6294058" cy="648506"/>
      </dsp:txXfrm>
    </dsp:sp>
    <dsp:sp modelId="{46FE2885-606A-8244-8392-3D20C523E2FA}">
      <dsp:nvSpPr>
        <dsp:cNvPr id="0" name=""/>
        <dsp:cNvSpPr/>
      </dsp:nvSpPr>
      <dsp:spPr>
        <a:xfrm>
          <a:off x="0" y="3168092"/>
          <a:ext cx="6364224" cy="718672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Full jitter:</a:t>
          </a:r>
          <a:r>
            <a:rPr lang="en-US" sz="1800" kern="1200"/>
            <a:t> wait for a random value between 0 and the current exponential backoff delay.</a:t>
          </a:r>
        </a:p>
      </dsp:txBody>
      <dsp:txXfrm>
        <a:off x="35083" y="3203175"/>
        <a:ext cx="6294058" cy="648506"/>
      </dsp:txXfrm>
    </dsp:sp>
    <dsp:sp modelId="{2196D9FC-219D-B449-BBEB-8D988CB1E7A9}">
      <dsp:nvSpPr>
        <dsp:cNvPr id="0" name=""/>
        <dsp:cNvSpPr/>
      </dsp:nvSpPr>
      <dsp:spPr>
        <a:xfrm>
          <a:off x="0" y="3938604"/>
          <a:ext cx="6364224" cy="718672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Equal jitter:</a:t>
          </a:r>
          <a:r>
            <a:rPr lang="en-US" sz="1800" kern="1200"/>
            <a:t> wait for half of the backoff delay + random half.</a:t>
          </a:r>
        </a:p>
      </dsp:txBody>
      <dsp:txXfrm>
        <a:off x="35083" y="3973687"/>
        <a:ext cx="6294058" cy="648506"/>
      </dsp:txXfrm>
    </dsp:sp>
    <dsp:sp modelId="{FFD11F4D-7EB3-804D-B254-EFD48D6DD44B}">
      <dsp:nvSpPr>
        <dsp:cNvPr id="0" name=""/>
        <dsp:cNvSpPr/>
      </dsp:nvSpPr>
      <dsp:spPr>
        <a:xfrm>
          <a:off x="0" y="4709117"/>
          <a:ext cx="6364224" cy="718672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Decorrelated jitter:</a:t>
          </a:r>
          <a:r>
            <a:rPr lang="en-US" sz="1800" kern="1200"/>
            <a:t> randomize around a moving average of delay times to adapt faster.</a:t>
          </a:r>
        </a:p>
      </dsp:txBody>
      <dsp:txXfrm>
        <a:off x="35083" y="4744200"/>
        <a:ext cx="6294058" cy="6485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43199C-37BD-0348-8B5A-85E1C8D07E20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5EBB4E-71D8-474A-989F-53333FCC424E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Good for </a:t>
          </a:r>
          <a:r>
            <a:rPr lang="en-US" sz="1900" b="1" i="0" kern="1200" baseline="0" dirty="0"/>
            <a:t>read-only or idempotent</a:t>
          </a:r>
          <a:r>
            <a:rPr lang="en-US" sz="1900" b="0" i="0" kern="1200" baseline="0" dirty="0"/>
            <a:t> operations; dangerous for non-idempotent writes unless guarded by idempotency keys. </a:t>
          </a:r>
          <a:endParaRPr lang="en-US" sz="1900" kern="1200" dirty="0"/>
        </a:p>
      </dsp:txBody>
      <dsp:txXfrm>
        <a:off x="585701" y="1066737"/>
        <a:ext cx="4337991" cy="2693452"/>
      </dsp:txXfrm>
    </dsp:sp>
    <dsp:sp modelId="{5540C739-C773-A348-83A3-3F1569103201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8135894-910F-B641-BE77-43FE3CDA425E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Tune </a:t>
          </a:r>
          <a:r>
            <a:rPr lang="en-US" sz="1900" b="1" i="0" kern="1200" baseline="0"/>
            <a:t>hedgingDelay</a:t>
          </a:r>
          <a:r>
            <a:rPr lang="en-US" sz="1900" b="0" i="0" kern="1200" baseline="0"/>
            <a:t> and </a:t>
          </a:r>
          <a:r>
            <a:rPr lang="en-US" sz="1900" b="1" i="0" kern="1200" baseline="0"/>
            <a:t>maxAttempts</a:t>
          </a:r>
          <a:r>
            <a:rPr lang="en-US" sz="1900" b="0" i="0" kern="1200" baseline="0"/>
            <a:t>; ensure </a:t>
          </a:r>
          <a:r>
            <a:rPr lang="en-US" sz="1900" b="1" i="0" kern="1200" baseline="0"/>
            <a:t>overall deadline</a:t>
          </a:r>
          <a:r>
            <a:rPr lang="en-US" sz="1900" b="0" i="0" kern="1200" baseline="0"/>
            <a:t> covers the chain. (gRPC behavior).</a:t>
          </a:r>
          <a:endParaRPr lang="en-US" sz="1900" kern="1200"/>
        </a:p>
      </dsp:txBody>
      <dsp:txXfrm>
        <a:off x="6092527" y="1066737"/>
        <a:ext cx="4337991" cy="269345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2BD4A-82AA-4C6B-BCC1-897BBB9975D4}">
      <dsp:nvSpPr>
        <dsp:cNvPr id="0" name=""/>
        <dsp:cNvSpPr/>
      </dsp:nvSpPr>
      <dsp:spPr>
        <a:xfrm>
          <a:off x="0" y="698983"/>
          <a:ext cx="6714066" cy="12904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7AC462-F104-41FD-9D6A-90064E03DB5E}">
      <dsp:nvSpPr>
        <dsp:cNvPr id="0" name=""/>
        <dsp:cNvSpPr/>
      </dsp:nvSpPr>
      <dsp:spPr>
        <a:xfrm>
          <a:off x="390355" y="989330"/>
          <a:ext cx="709737" cy="7097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2B2E09-9206-45AB-8546-5C9877747F44}">
      <dsp:nvSpPr>
        <dsp:cNvPr id="0" name=""/>
        <dsp:cNvSpPr/>
      </dsp:nvSpPr>
      <dsp:spPr>
        <a:xfrm>
          <a:off x="1490447" y="698983"/>
          <a:ext cx="5223618" cy="1290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71" tIns="136571" rIns="136571" bIns="13657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Integrated BaaS: Auth, Cloud Firestore (NoSQL), Storage, Cloud Functions, FCM, Hosting, analytics &amp; crash reporting. </a:t>
          </a:r>
          <a:endParaRPr lang="en-US" sz="2100" kern="1200"/>
        </a:p>
      </dsp:txBody>
      <dsp:txXfrm>
        <a:off x="1490447" y="698983"/>
        <a:ext cx="5223618" cy="1290431"/>
      </dsp:txXfrm>
    </dsp:sp>
    <dsp:sp modelId="{DEBFEA55-07CC-42C8-8766-1CB6A380FB8D}">
      <dsp:nvSpPr>
        <dsp:cNvPr id="0" name=""/>
        <dsp:cNvSpPr/>
      </dsp:nvSpPr>
      <dsp:spPr>
        <a:xfrm>
          <a:off x="0" y="2312022"/>
          <a:ext cx="6714066" cy="12904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0A8679-B389-408D-9AE6-52A320573628}">
      <dsp:nvSpPr>
        <dsp:cNvPr id="0" name=""/>
        <dsp:cNvSpPr/>
      </dsp:nvSpPr>
      <dsp:spPr>
        <a:xfrm>
          <a:off x="390355" y="2602369"/>
          <a:ext cx="709737" cy="7097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918BC-8BAF-49DB-B36E-4243F303CD4D}">
      <dsp:nvSpPr>
        <dsp:cNvPr id="0" name=""/>
        <dsp:cNvSpPr/>
      </dsp:nvSpPr>
      <dsp:spPr>
        <a:xfrm>
          <a:off x="1490447" y="2312022"/>
          <a:ext cx="5223618" cy="1290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71" tIns="136571" rIns="136571" bIns="13657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Pricing plans: </a:t>
          </a:r>
          <a:r>
            <a:rPr lang="en-US" sz="2100" b="1" i="0" kern="1200" baseline="0"/>
            <a:t>Spark (free)</a:t>
          </a:r>
          <a:r>
            <a:rPr lang="en-US" sz="2100" b="0" i="0" kern="1200" baseline="0"/>
            <a:t> and </a:t>
          </a:r>
          <a:r>
            <a:rPr lang="en-US" sz="2100" b="1" i="0" kern="1200" baseline="0"/>
            <a:t>Blaze (pay-as-you-go)</a:t>
          </a:r>
          <a:r>
            <a:rPr lang="en-US" sz="2100" b="0" i="0" kern="1200" baseline="0"/>
            <a:t>; cost driven by reads/writes/storage/egress/functions.</a:t>
          </a:r>
          <a:endParaRPr lang="en-US" sz="2100" kern="1200"/>
        </a:p>
      </dsp:txBody>
      <dsp:txXfrm>
        <a:off x="1490447" y="2312022"/>
        <a:ext cx="5223618" cy="129043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69826-BF23-4314-8C0A-E093899FB588}">
      <dsp:nvSpPr>
        <dsp:cNvPr id="0" name=""/>
        <dsp:cNvSpPr/>
      </dsp:nvSpPr>
      <dsp:spPr>
        <a:xfrm>
          <a:off x="0" y="698983"/>
          <a:ext cx="6714066" cy="12904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CC4EA0-A171-4B03-8D92-30654FCF7D07}">
      <dsp:nvSpPr>
        <dsp:cNvPr id="0" name=""/>
        <dsp:cNvSpPr/>
      </dsp:nvSpPr>
      <dsp:spPr>
        <a:xfrm>
          <a:off x="390355" y="989330"/>
          <a:ext cx="709737" cy="7097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E829B-1EE0-4455-A736-F2138E3F4886}">
      <dsp:nvSpPr>
        <dsp:cNvPr id="0" name=""/>
        <dsp:cNvSpPr/>
      </dsp:nvSpPr>
      <dsp:spPr>
        <a:xfrm>
          <a:off x="1490447" y="698983"/>
          <a:ext cx="5223618" cy="1290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71" tIns="136571" rIns="136571" bIns="13657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Firestore</a:t>
          </a:r>
          <a:r>
            <a:rPr lang="en-US" sz="1800" b="0" i="0" kern="1200" baseline="0"/>
            <a:t>: client SDKs with realtime listeners and offline cache; good fit for mobile sync.</a:t>
          </a:r>
          <a:endParaRPr lang="en-US" sz="1800" kern="1200"/>
        </a:p>
      </dsp:txBody>
      <dsp:txXfrm>
        <a:off x="1490447" y="698983"/>
        <a:ext cx="5223618" cy="1290431"/>
      </dsp:txXfrm>
    </dsp:sp>
    <dsp:sp modelId="{BCA14D38-1360-4094-83B6-6BEEE79A409D}">
      <dsp:nvSpPr>
        <dsp:cNvPr id="0" name=""/>
        <dsp:cNvSpPr/>
      </dsp:nvSpPr>
      <dsp:spPr>
        <a:xfrm>
          <a:off x="0" y="2312022"/>
          <a:ext cx="6714066" cy="12904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8D1C2-8BCC-4600-A5B6-4DB7741F4212}">
      <dsp:nvSpPr>
        <dsp:cNvPr id="0" name=""/>
        <dsp:cNvSpPr/>
      </dsp:nvSpPr>
      <dsp:spPr>
        <a:xfrm>
          <a:off x="390355" y="2602369"/>
          <a:ext cx="709737" cy="7097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26931-88C6-4023-A6C3-E086F89E9B83}">
      <dsp:nvSpPr>
        <dsp:cNvPr id="0" name=""/>
        <dsp:cNvSpPr/>
      </dsp:nvSpPr>
      <dsp:spPr>
        <a:xfrm>
          <a:off x="1490447" y="2312022"/>
          <a:ext cx="5223618" cy="1290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71" tIns="136571" rIns="136571" bIns="13657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FCM</a:t>
          </a:r>
          <a:r>
            <a:rPr lang="en-US" sz="1800" b="0" i="0" kern="1200" baseline="0"/>
            <a:t> (push): on iOS, you </a:t>
          </a:r>
          <a:r>
            <a:rPr lang="en-US" sz="1800" b="1" i="0" kern="1200" baseline="0"/>
            <a:t>must</a:t>
          </a:r>
          <a:r>
            <a:rPr lang="en-US" sz="1800" b="0" i="0" kern="1200" baseline="0"/>
            <a:t> request notification permission and have APNs token ready before some calls; add required Info.plist keys. </a:t>
          </a:r>
          <a:endParaRPr lang="en-US" sz="1800" kern="1200"/>
        </a:p>
      </dsp:txBody>
      <dsp:txXfrm>
        <a:off x="1490447" y="2312022"/>
        <a:ext cx="5223618" cy="129043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175E00-03A2-4EDB-A601-392DD3A0C1D9}">
      <dsp:nvSpPr>
        <dsp:cNvPr id="0" name=""/>
        <dsp:cNvSpPr/>
      </dsp:nvSpPr>
      <dsp:spPr>
        <a:xfrm>
          <a:off x="0" y="698983"/>
          <a:ext cx="6714066" cy="12904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C3B5B3-BCA3-43DC-B63F-966EC27B7060}">
      <dsp:nvSpPr>
        <dsp:cNvPr id="0" name=""/>
        <dsp:cNvSpPr/>
      </dsp:nvSpPr>
      <dsp:spPr>
        <a:xfrm>
          <a:off x="390355" y="989330"/>
          <a:ext cx="709737" cy="7097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5881E-6DC9-4D7C-881D-8F22FB3E1048}">
      <dsp:nvSpPr>
        <dsp:cNvPr id="0" name=""/>
        <dsp:cNvSpPr/>
      </dsp:nvSpPr>
      <dsp:spPr>
        <a:xfrm>
          <a:off x="1490447" y="698983"/>
          <a:ext cx="5223618" cy="1290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71" tIns="136571" rIns="136571" bIns="13657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Trigger on HTTP or events; can reduce cold starts by setting </a:t>
          </a:r>
          <a:r>
            <a:rPr lang="en-US" sz="2400" b="1" i="0" kern="1200" baseline="0"/>
            <a:t>min instances</a:t>
          </a:r>
          <a:r>
            <a:rPr lang="en-US" sz="2400" b="0" i="0" kern="1200" baseline="0"/>
            <a:t> if latency-sensitive. </a:t>
          </a:r>
          <a:endParaRPr lang="en-US" sz="2400" kern="1200"/>
        </a:p>
      </dsp:txBody>
      <dsp:txXfrm>
        <a:off x="1490447" y="698983"/>
        <a:ext cx="5223618" cy="1290431"/>
      </dsp:txXfrm>
    </dsp:sp>
    <dsp:sp modelId="{12BE780F-4495-4C24-92B6-70DC0E1F3FF6}">
      <dsp:nvSpPr>
        <dsp:cNvPr id="0" name=""/>
        <dsp:cNvSpPr/>
      </dsp:nvSpPr>
      <dsp:spPr>
        <a:xfrm>
          <a:off x="0" y="2312022"/>
          <a:ext cx="6714066" cy="12904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8BB139-3904-4E61-9716-9C8476542925}">
      <dsp:nvSpPr>
        <dsp:cNvPr id="0" name=""/>
        <dsp:cNvSpPr/>
      </dsp:nvSpPr>
      <dsp:spPr>
        <a:xfrm>
          <a:off x="390355" y="2602369"/>
          <a:ext cx="709737" cy="7097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FC1E0-C8EF-4734-8A23-6A1DCC50ACCB}">
      <dsp:nvSpPr>
        <dsp:cNvPr id="0" name=""/>
        <dsp:cNvSpPr/>
      </dsp:nvSpPr>
      <dsp:spPr>
        <a:xfrm>
          <a:off x="1490447" y="2312022"/>
          <a:ext cx="5223618" cy="1290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71" tIns="136571" rIns="136571" bIns="13657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For DB access, reuse clients in module/global scope to benefit from warm instances. </a:t>
          </a:r>
          <a:endParaRPr lang="en-US" sz="2400" kern="1200"/>
        </a:p>
      </dsp:txBody>
      <dsp:txXfrm>
        <a:off x="1490447" y="2312022"/>
        <a:ext cx="5223618" cy="129043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69C09-E83E-4606-8790-FB170C7C5928}">
      <dsp:nvSpPr>
        <dsp:cNvPr id="0" name=""/>
        <dsp:cNvSpPr/>
      </dsp:nvSpPr>
      <dsp:spPr>
        <a:xfrm>
          <a:off x="0" y="698983"/>
          <a:ext cx="6714066" cy="1290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36DDB-D896-4920-A4D9-0209C6DD577A}">
      <dsp:nvSpPr>
        <dsp:cNvPr id="0" name=""/>
        <dsp:cNvSpPr/>
      </dsp:nvSpPr>
      <dsp:spPr>
        <a:xfrm>
          <a:off x="390355" y="989330"/>
          <a:ext cx="709737" cy="7097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672AE-84A3-4761-83B4-97B957EDCCA9}">
      <dsp:nvSpPr>
        <dsp:cNvPr id="0" name=""/>
        <dsp:cNvSpPr/>
      </dsp:nvSpPr>
      <dsp:spPr>
        <a:xfrm>
          <a:off x="1490447" y="698983"/>
          <a:ext cx="5223618" cy="1290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71" tIns="136571" rIns="136571" bIns="13657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Eliminate boilerplate (JSON models, data classes, clients).</a:t>
          </a:r>
          <a:endParaRPr lang="en-US" sz="2400" kern="1200"/>
        </a:p>
      </dsp:txBody>
      <dsp:txXfrm>
        <a:off x="1490447" y="698983"/>
        <a:ext cx="5223618" cy="1290431"/>
      </dsp:txXfrm>
    </dsp:sp>
    <dsp:sp modelId="{1D0761EA-4406-45FB-8AEF-C523FD86F6C2}">
      <dsp:nvSpPr>
        <dsp:cNvPr id="0" name=""/>
        <dsp:cNvSpPr/>
      </dsp:nvSpPr>
      <dsp:spPr>
        <a:xfrm>
          <a:off x="0" y="2312022"/>
          <a:ext cx="6714066" cy="1290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AF130-9952-4295-8887-AE7AEB82662F}">
      <dsp:nvSpPr>
        <dsp:cNvPr id="0" name=""/>
        <dsp:cNvSpPr/>
      </dsp:nvSpPr>
      <dsp:spPr>
        <a:xfrm>
          <a:off x="390355" y="2602369"/>
          <a:ext cx="709737" cy="7097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6EFA8-FC75-42B6-B008-F8099F2DDA14}">
      <dsp:nvSpPr>
        <dsp:cNvPr id="0" name=""/>
        <dsp:cNvSpPr/>
      </dsp:nvSpPr>
      <dsp:spPr>
        <a:xfrm>
          <a:off x="1490447" y="2312022"/>
          <a:ext cx="5223618" cy="1290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71" tIns="136571" rIns="136571" bIns="13657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Common approach uses </a:t>
          </a:r>
          <a:r>
            <a:rPr lang="en-US" sz="2400" b="1" i="0" kern="1200" baseline="0"/>
            <a:t>build_runner</a:t>
          </a:r>
          <a:r>
            <a:rPr lang="en-US" sz="2400" b="0" i="0" kern="1200" baseline="0"/>
            <a:t> with </a:t>
          </a:r>
          <a:r>
            <a:rPr lang="en-US" sz="2400" b="1" i="0" kern="1200" baseline="0"/>
            <a:t>source_gen</a:t>
          </a:r>
          <a:r>
            <a:rPr lang="en-US" sz="2400" b="0" i="0" kern="1200" baseline="0"/>
            <a:t>-based packages.</a:t>
          </a:r>
          <a:endParaRPr lang="en-US" sz="2400" kern="1200"/>
        </a:p>
      </dsp:txBody>
      <dsp:txXfrm>
        <a:off x="1490447" y="2312022"/>
        <a:ext cx="5223618" cy="129043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E33447-4845-4505-A9BB-B6B190C24E47}">
      <dsp:nvSpPr>
        <dsp:cNvPr id="0" name=""/>
        <dsp:cNvSpPr/>
      </dsp:nvSpPr>
      <dsp:spPr>
        <a:xfrm>
          <a:off x="0" y="3903"/>
          <a:ext cx="6714066" cy="11585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965391-04DD-44BD-8BFC-99ACA141C3F7}">
      <dsp:nvSpPr>
        <dsp:cNvPr id="0" name=""/>
        <dsp:cNvSpPr/>
      </dsp:nvSpPr>
      <dsp:spPr>
        <a:xfrm>
          <a:off x="350459" y="264576"/>
          <a:ext cx="637822" cy="6371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A0C36-4DD4-49B8-83C7-18B7EE4CE4E1}">
      <dsp:nvSpPr>
        <dsp:cNvPr id="0" name=""/>
        <dsp:cNvSpPr/>
      </dsp:nvSpPr>
      <dsp:spPr>
        <a:xfrm>
          <a:off x="1338741" y="3903"/>
          <a:ext cx="5280544" cy="1232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396" tIns="130396" rIns="130396" bIns="13039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json_serializable</a:t>
          </a:r>
          <a:r>
            <a:rPr lang="en-US" sz="1400" b="0" i="0" kern="1200" baseline="0"/>
            <a:t> (+ json_annotation): @JsonSerializable() generates toJson/fromJson. </a:t>
          </a:r>
          <a:endParaRPr lang="en-US" sz="1400" kern="1200"/>
        </a:p>
      </dsp:txBody>
      <dsp:txXfrm>
        <a:off x="1338741" y="3903"/>
        <a:ext cx="5280544" cy="1232085"/>
      </dsp:txXfrm>
    </dsp:sp>
    <dsp:sp modelId="{4496AEAC-A288-4A75-8F84-9F93F5951CAF}">
      <dsp:nvSpPr>
        <dsp:cNvPr id="0" name=""/>
        <dsp:cNvSpPr/>
      </dsp:nvSpPr>
      <dsp:spPr>
        <a:xfrm>
          <a:off x="0" y="1534675"/>
          <a:ext cx="6714066" cy="11585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A4330E-A65A-4E56-BBF5-8477401D2464}">
      <dsp:nvSpPr>
        <dsp:cNvPr id="0" name=""/>
        <dsp:cNvSpPr/>
      </dsp:nvSpPr>
      <dsp:spPr>
        <a:xfrm>
          <a:off x="350459" y="1795348"/>
          <a:ext cx="637822" cy="6371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71373-B3D1-4287-A257-AE06901AD9AF}">
      <dsp:nvSpPr>
        <dsp:cNvPr id="0" name=""/>
        <dsp:cNvSpPr/>
      </dsp:nvSpPr>
      <dsp:spPr>
        <a:xfrm>
          <a:off x="1338741" y="1534675"/>
          <a:ext cx="5280544" cy="1232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396" tIns="130396" rIns="130396" bIns="13039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freezed</a:t>
          </a:r>
          <a:r>
            <a:rPr lang="en-US" sz="1400" b="0" i="0" kern="1200" baseline="0"/>
            <a:t> (+ freezed_annotation): immutable classes, unions, copyWith, deep equality. </a:t>
          </a:r>
          <a:endParaRPr lang="en-US" sz="1400" kern="1200"/>
        </a:p>
      </dsp:txBody>
      <dsp:txXfrm>
        <a:off x="1338741" y="1534675"/>
        <a:ext cx="5280544" cy="1232085"/>
      </dsp:txXfrm>
    </dsp:sp>
    <dsp:sp modelId="{ED58F4B6-DC41-4C05-A7B6-CE53DDA25054}">
      <dsp:nvSpPr>
        <dsp:cNvPr id="0" name=""/>
        <dsp:cNvSpPr/>
      </dsp:nvSpPr>
      <dsp:spPr>
        <a:xfrm>
          <a:off x="0" y="3065448"/>
          <a:ext cx="6714066" cy="115854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8425F-78EE-45CA-A41C-34B705E60CF9}">
      <dsp:nvSpPr>
        <dsp:cNvPr id="0" name=""/>
        <dsp:cNvSpPr/>
      </dsp:nvSpPr>
      <dsp:spPr>
        <a:xfrm>
          <a:off x="350459" y="3326120"/>
          <a:ext cx="637822" cy="6371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2302C-9DE6-4B10-95DE-9C39471FE2F3}">
      <dsp:nvSpPr>
        <dsp:cNvPr id="0" name=""/>
        <dsp:cNvSpPr/>
      </dsp:nvSpPr>
      <dsp:spPr>
        <a:xfrm>
          <a:off x="1338741" y="3065448"/>
          <a:ext cx="5280544" cy="1232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396" tIns="130396" rIns="130396" bIns="13039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retrofit.dart / chopper</a:t>
          </a:r>
          <a:r>
            <a:rPr lang="en-US" sz="1400" b="0" i="0" kern="1200" baseline="0"/>
            <a:t>: declarative REST clients via annotations.</a:t>
          </a:r>
          <a:endParaRPr lang="en-US" sz="1400" kern="1200"/>
        </a:p>
      </dsp:txBody>
      <dsp:txXfrm>
        <a:off x="1338741" y="3065448"/>
        <a:ext cx="5280544" cy="1232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/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/>
              <a:t>Lecture 5. </a:t>
            </a:r>
            <a:r>
              <a:rPr lang="en-US" dirty="0"/>
              <a:t>Server vs Client-Side code execution, Serverless vs VPS, http libraries, Firebase, Code generation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E1C3D-4B82-3A9E-21DA-6285239A7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Server vs Client-Side Code Execution</a:t>
            </a:r>
            <a:endParaRPr lang="en-US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64A9D-3B19-9E06-37CD-26899AAEC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Client-side</a:t>
            </a:r>
            <a:r>
              <a:rPr lang="en-US" sz="2000"/>
              <a:t> runs on user devices (apps, browsers). Great for rendering UI, local state, caching, basic input checks.</a:t>
            </a:r>
          </a:p>
          <a:p>
            <a:r>
              <a:rPr lang="en-US" sz="2000" b="1"/>
              <a:t>Server-side</a:t>
            </a:r>
            <a:r>
              <a:rPr lang="en-US" sz="2000"/>
              <a:t> runs on managed machines or platforms you control. Great for secrets, durable storage, heavy compute, and enforcing authorization.</a:t>
            </a:r>
          </a:p>
          <a:p>
            <a:r>
              <a:rPr lang="en-US" sz="2000"/>
              <a:t>HTTP request/response cycle: client sends request → server executes → returns status + body. </a:t>
            </a:r>
          </a:p>
          <a:p>
            <a:endParaRPr lang="en-US" sz="2000"/>
          </a:p>
        </p:txBody>
      </p:sp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BB6ECA18-C563-F4B9-6CDD-7B7725D71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2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F7FC7-B351-8539-C75E-1069BD1A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C2484-3129-1ED4-4E66-170217413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 dirty="0"/>
              <a:t>Security responsibility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4664BB-E9CC-A41A-3940-837F496F4A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331879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504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4624F-44A4-7920-ED5F-B8A2686B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7D8E-67CC-1B3A-9E08-693C7AFB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Serverless vs VPS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334DA-6083-9471-82E5-2BDDCB433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Functions-as-a-Service: deploy function code; platform handles provisioning, scaling, and patching.</a:t>
            </a:r>
          </a:p>
          <a:p>
            <a:r>
              <a:rPr lang="en-US" b="1" dirty="0"/>
              <a:t>Billing:</a:t>
            </a:r>
            <a:r>
              <a:rPr lang="en-US" dirty="0"/>
              <a:t> pay per invocation and resource time (no charges while idle). Examples: AWS Lambda, Cloud Functions/Cloud Run functions.  </a:t>
            </a:r>
          </a:p>
        </p:txBody>
      </p:sp>
    </p:spTree>
    <p:extLst>
      <p:ext uri="{BB962C8B-B14F-4D97-AF65-F5344CB8AC3E}">
        <p14:creationId xmlns:p14="http://schemas.microsoft.com/office/powerpoint/2010/main" val="77385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4198F-C614-C6B3-D510-40AC0046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890C1-B2BC-22D0-3AD2-852D491C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b="1"/>
              <a:t>Serverless benefits &amp; downsides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C2C52-A5FB-C4E7-549B-7C5DA20A5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Benefits</a:t>
            </a:r>
            <a:endParaRPr lang="en-US" sz="2200"/>
          </a:p>
          <a:p>
            <a:r>
              <a:rPr lang="en-US" sz="2200"/>
              <a:t>Automatic scaling to zero/peaks; ops surface is small.</a:t>
            </a:r>
          </a:p>
          <a:p>
            <a:r>
              <a:rPr lang="en-US" sz="2200"/>
              <a:t>Fine-grained cost alignment to usage.  </a:t>
            </a:r>
          </a:p>
          <a:p>
            <a:pPr marL="0" indent="0">
              <a:buNone/>
            </a:pPr>
            <a:br>
              <a:rPr lang="en-US" sz="2200"/>
            </a:br>
            <a:endParaRPr lang="en-US" sz="2200"/>
          </a:p>
          <a:p>
            <a:pPr marL="0" indent="0">
              <a:buNone/>
            </a:pPr>
            <a:r>
              <a:rPr lang="en-US" sz="2200" b="1"/>
              <a:t>Downsides</a:t>
            </a:r>
            <a:endParaRPr lang="en-US" sz="2200"/>
          </a:p>
          <a:p>
            <a:r>
              <a:rPr lang="en-US" sz="2200" b="1"/>
              <a:t>Cold starts</a:t>
            </a:r>
            <a:r>
              <a:rPr lang="en-US" sz="2200"/>
              <a:t> add latency; mitigations include keeping </a:t>
            </a:r>
            <a:r>
              <a:rPr lang="en-US" sz="2200" b="1"/>
              <a:t>min instances</a:t>
            </a:r>
            <a:r>
              <a:rPr lang="en-US" sz="2200"/>
              <a:t> / </a:t>
            </a:r>
            <a:r>
              <a:rPr lang="en-US" sz="2200" b="1"/>
              <a:t>provisioned concurrency</a:t>
            </a:r>
            <a:r>
              <a:rPr lang="en-US" sz="2200"/>
              <a:t>.  </a:t>
            </a:r>
          </a:p>
          <a:p>
            <a:r>
              <a:rPr lang="en-US" sz="2200"/>
              <a:t>Stateless runtime and execution time limits; limited control of networking/runtime.</a:t>
            </a:r>
          </a:p>
          <a:p>
            <a:r>
              <a:rPr lang="en-US" sz="2200"/>
              <a:t>Vendor-specific limits and configuration models.</a:t>
            </a:r>
          </a:p>
        </p:txBody>
      </p:sp>
    </p:spTree>
    <p:extLst>
      <p:ext uri="{BB962C8B-B14F-4D97-AF65-F5344CB8AC3E}">
        <p14:creationId xmlns:p14="http://schemas.microsoft.com/office/powerpoint/2010/main" val="75166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78769-81E2-5BBB-07B7-F3BACD1F1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E4261-000B-101F-E367-96B272D24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/>
              <a:t>VPS (e.g. Hetzner Cloud)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D1FF1-D2CF-F91A-F634-DE9BFE01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You rent a VM: pick CPU/RAM/disk, install OS, configure everything (networking, security, runtime).</a:t>
            </a:r>
          </a:p>
          <a:p>
            <a:r>
              <a:rPr lang="en-US" sz="2200"/>
              <a:t>Hetzner Cloud supports </a:t>
            </a:r>
            <a:r>
              <a:rPr lang="en-US" sz="2200" b="1"/>
              <a:t>Firewalls</a:t>
            </a:r>
            <a:r>
              <a:rPr lang="en-US" sz="2200"/>
              <a:t>, </a:t>
            </a:r>
            <a:r>
              <a:rPr lang="en-US" sz="2200" b="1"/>
              <a:t>Floating IPs</a:t>
            </a:r>
            <a:r>
              <a:rPr lang="en-US" sz="2200"/>
              <a:t> (moveable IP for HA), </a:t>
            </a:r>
            <a:r>
              <a:rPr lang="en-US" sz="2200" b="1"/>
              <a:t>Backups/Snapshots</a:t>
            </a:r>
            <a:r>
              <a:rPr lang="en-US" sz="2200"/>
              <a:t>.  </a:t>
            </a:r>
          </a:p>
          <a:p>
            <a:r>
              <a:rPr lang="en-US" sz="2200"/>
              <a:t>Billing is hourly/monthly; you pay even when idle. (See Hetzner pricing overview). </a:t>
            </a:r>
          </a:p>
        </p:txBody>
      </p:sp>
      <p:pic>
        <p:nvPicPr>
          <p:cNvPr id="5" name="Picture 4" descr="A diagram of a cloud project&#10;&#10;AI-generated content may be incorrect.">
            <a:extLst>
              <a:ext uri="{FF2B5EF4-FFF2-40B4-BE49-F238E27FC236}">
                <a16:creationId xmlns:a16="http://schemas.microsoft.com/office/drawing/2014/main" id="{56292576-F98D-0910-BDAF-D44CF4A8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607070"/>
            <a:ext cx="5458968" cy="36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3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49C7D-E881-CC4F-9B75-5A10A1AC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03C2AE-9B75-E93B-9F40-5DA62C43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/>
              <a:t>Serverless vs VPS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10EB522-0B12-B164-DAF0-A2C63BEC23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3495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479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593363-5B24-DEB2-A27A-A25CA27BA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640823"/>
            <a:ext cx="3418659" cy="55831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effectLst/>
                <a:latin typeface="-webkit-standard"/>
              </a:rPr>
              <a:t>Coding tips — Serverless (Lambda, Cloud Functions)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341EDFB5-626B-70FB-9B14-D3ADF83350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578136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0842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05465A-6C6A-C897-52EE-F13174088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640823"/>
            <a:ext cx="3418659" cy="55831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Coding tips — VPS </a:t>
            </a:r>
            <a:endParaRPr kumimoji="0" lang="en-US" altLang="en-US" sz="5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16857F72-01B1-66F9-4356-6B7CDAF68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48655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1093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8A86D0-F767-6BD5-1BD8-456C8611F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Flutter HTTP Libraries</a:t>
            </a:r>
          </a:p>
        </p:txBody>
      </p:sp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mputer 3D windows background">
            <a:extLst>
              <a:ext uri="{FF2B5EF4-FFF2-40B4-BE49-F238E27FC236}">
                <a16:creationId xmlns:a16="http://schemas.microsoft.com/office/drawing/2014/main" id="{7C7C47D1-F0E2-EBFC-CF50-C3DC416FF6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96" r="3508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469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5035B-0BDD-6C73-2AAE-3EF2C459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Options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CB50223-469A-D30A-6633-6D34701DAE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28085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4657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7AF1A-FF63-E963-2542-574C1231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Practical tips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FAF0030-D9E9-D869-BDCF-E327793CC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69730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2874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8C3D8-6DE9-A347-EE71-D1E02A17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Retry Mechanisms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06639EA-ED03-83B5-31B4-05FB94030B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98265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9426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28DB3-F7B1-BF15-AB5D-6A0B381D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Backoff &amp; jitter (why and how)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jitter and jitter chart&#10;&#10;AI-generated content may be incorrect.">
            <a:extLst>
              <a:ext uri="{FF2B5EF4-FFF2-40B4-BE49-F238E27FC236}">
                <a16:creationId xmlns:a16="http://schemas.microsoft.com/office/drawing/2014/main" id="{049B5AF4-85AF-A382-4CF0-2BCC2F346A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3065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1B18AB1-BD68-66A4-F8E1-51452B18E2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891869"/>
              </p:ext>
            </p:extLst>
          </p:nvPr>
        </p:nvGraphicFramePr>
        <p:xfrm>
          <a:off x="590719" y="2330505"/>
          <a:ext cx="4559425" cy="3979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3240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34485F-06EE-9664-8784-C6AF7107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000" b="1"/>
              <a:t>Thundering Herds</a:t>
            </a:r>
            <a:endParaRPr lang="en-US" sz="5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14F26E-18FD-37DC-8369-59213A995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29469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6934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E5093-561A-3486-A6BC-437679BC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3700" b="1" dirty="0"/>
              <a:t>Adding Jitter (Randomization)</a:t>
            </a:r>
            <a:endParaRPr lang="en-US" sz="3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3B77A1-A2BE-5EC1-26F8-C51A4A0BD4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296343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9395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78198-F6F4-8634-9453-F1CAA2897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A404B6-BF70-0700-0158-B6B16E14A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04741"/>
            <a:ext cx="79386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Implementing retries — manual vs library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446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8DA682-36B2-3657-2905-5A66D1FB5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Hedged Requests (Speculative Retries)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FEA88C-26BB-A995-292A-E4B31864A7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719" y="2330505"/>
            <a:ext cx="4559425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large systems a small fraction of requests suffer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tail latency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(e.g., p95/p99). Hedging sends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second copy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of the same request after a short delay; you use the first successful response and cancel the rest. 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reduces visible tail latency with limited extra load when tuned (delay, max attempts).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gRPC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supports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hedgingPolicy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natively.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558723-C462-E532-63CF-D8F48E808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999" y="605801"/>
            <a:ext cx="3649576" cy="5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3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45A705-79F5-AF9E-D9C4-8765E4FD38E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049" b="568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573A9-5D42-B008-2476-8CB916FC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When to hedge (and when not)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2CE6A80-5A2E-79B1-A1A1-27A8AB080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41489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4060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D0EBB-6E9E-18E9-B1AE-66631D8D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440"/>
          </a:xfrm>
        </p:spPr>
        <p:txBody>
          <a:bodyPr>
            <a:normAutofit/>
          </a:bodyPr>
          <a:lstStyle/>
          <a:p>
            <a:r>
              <a:rPr lang="en-US" sz="4000"/>
              <a:t>Firebase &amp; Firebase in Flutter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654866-44D6-F35E-192C-DA9D4298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84" r="15285" b="1"/>
          <a:stretch>
            <a:fillRect/>
          </a:stretch>
        </p:blipFill>
        <p:spPr>
          <a:xfrm>
            <a:off x="7989296" y="1843285"/>
            <a:ext cx="3364502" cy="3728611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07B895C-B882-8DFB-6AE6-024A2B9F3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930148"/>
              </p:ext>
            </p:extLst>
          </p:nvPr>
        </p:nvGraphicFramePr>
        <p:xfrm>
          <a:off x="838200" y="1825625"/>
          <a:ext cx="6714066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75471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B4207-F858-0A1E-EB64-FD688AF2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440"/>
          </a:xfrm>
        </p:spPr>
        <p:txBody>
          <a:bodyPr>
            <a:normAutofit/>
          </a:bodyPr>
          <a:lstStyle/>
          <a:p>
            <a:r>
              <a:rPr lang="en-US" sz="4000"/>
              <a:t>Firestore &amp; FCM notes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CD5862-2D18-8CC5-DC3A-A7ADEA9D21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73" r="21271" b="2"/>
          <a:stretch>
            <a:fillRect/>
          </a:stretch>
        </p:blipFill>
        <p:spPr>
          <a:xfrm>
            <a:off x="7989296" y="1843285"/>
            <a:ext cx="3364502" cy="3728611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F2D28CC-C62F-9CDC-0DFE-806F7DA021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851920"/>
              </p:ext>
            </p:extLst>
          </p:nvPr>
        </p:nvGraphicFramePr>
        <p:xfrm>
          <a:off x="838200" y="1825625"/>
          <a:ext cx="6714066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9972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AF49F-A07B-7C07-9B61-A9BF9C05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440"/>
          </a:xfrm>
        </p:spPr>
        <p:txBody>
          <a:bodyPr>
            <a:normAutofit/>
          </a:bodyPr>
          <a:lstStyle/>
          <a:p>
            <a:r>
              <a:rPr lang="en-US" sz="4000"/>
              <a:t>Firebase Functions (serverless)</a:t>
            </a:r>
          </a:p>
        </p:txBody>
      </p:sp>
      <p:pic>
        <p:nvPicPr>
          <p:cNvPr id="7" name="Picture 6" descr="A close-up of a blue and yellow striped wall&#10;&#10;AI-generated content may be incorrect.">
            <a:extLst>
              <a:ext uri="{FF2B5EF4-FFF2-40B4-BE49-F238E27FC236}">
                <a16:creationId xmlns:a16="http://schemas.microsoft.com/office/drawing/2014/main" id="{6E47AB68-AB05-3296-3016-23760E056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7" r="29072"/>
          <a:stretch>
            <a:fillRect/>
          </a:stretch>
        </p:blipFill>
        <p:spPr>
          <a:xfrm>
            <a:off x="7989296" y="1843285"/>
            <a:ext cx="3364502" cy="3728611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CD7332C-E0FE-E9E5-7336-2F3164A947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7864874"/>
              </p:ext>
            </p:extLst>
          </p:nvPr>
        </p:nvGraphicFramePr>
        <p:xfrm>
          <a:off x="838200" y="1825625"/>
          <a:ext cx="6714066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1115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7DE4-F99C-F7AF-0804-D49EADCB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Dart 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2056255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D16DA-C5DA-E4D4-FA40-1E9DC338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84366-55B5-BB07-7A5B-F781D4BFE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440"/>
          </a:xfrm>
        </p:spPr>
        <p:txBody>
          <a:bodyPr>
            <a:normAutofit/>
          </a:bodyPr>
          <a:lstStyle/>
          <a:p>
            <a:r>
              <a:rPr lang="en-US" sz="4000"/>
              <a:t>Dart Code Generation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1532F-1822-020A-19DC-BD04FFEC7D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31" r="5238" b="1"/>
          <a:stretch>
            <a:fillRect/>
          </a:stretch>
        </p:blipFill>
        <p:spPr>
          <a:xfrm>
            <a:off x="7989296" y="1843285"/>
            <a:ext cx="3364502" cy="3728611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1CA946A-1E04-5FEF-4D7B-17419A473F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4451532"/>
              </p:ext>
            </p:extLst>
          </p:nvPr>
        </p:nvGraphicFramePr>
        <p:xfrm>
          <a:off x="838200" y="1825625"/>
          <a:ext cx="6714066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5296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0E8FF-4044-C925-ABC4-D91800B1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FF5DE-1CBF-B485-949C-9CEF7556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/>
              <a:t>Core tooling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38D214-99CC-3BEA-D403-178E4B609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5558489" cy="4486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build_runner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orchestrates builders, writes generated files.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commands: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dart run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build_runner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 build --delete-conflicting-outputs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dart run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build_runner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 watch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 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source_gen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APIs to write generators over your annotated code.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31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349CA-AFCC-2DC8-990F-074B3C98C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440"/>
          </a:xfrm>
        </p:spPr>
        <p:txBody>
          <a:bodyPr>
            <a:normAutofit/>
          </a:bodyPr>
          <a:lstStyle/>
          <a:p>
            <a:r>
              <a:rPr lang="en-US" sz="4000"/>
              <a:t>Popular generators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C4D6E1-3F58-F0B0-85B9-C9E1DC950A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66" r="19003" b="1"/>
          <a:stretch>
            <a:fillRect/>
          </a:stretch>
        </p:blipFill>
        <p:spPr>
          <a:xfrm>
            <a:off x="7989296" y="1843285"/>
            <a:ext cx="3364502" cy="3728611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7CD3242-7876-C7D5-78B0-B74263C23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372230"/>
              </p:ext>
            </p:extLst>
          </p:nvPr>
        </p:nvGraphicFramePr>
        <p:xfrm>
          <a:off x="838200" y="1825625"/>
          <a:ext cx="6714066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4853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5815</TotalTime>
  <Words>1395</Words>
  <Application>Microsoft Macintosh PowerPoint</Application>
  <PresentationFormat>Widescreen</PresentationFormat>
  <Paragraphs>115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-webkit-standard</vt:lpstr>
      <vt:lpstr>Aptos</vt:lpstr>
      <vt:lpstr>Aptos Display</vt:lpstr>
      <vt:lpstr>Arial</vt:lpstr>
      <vt:lpstr>Arial Unicode MS</vt:lpstr>
      <vt:lpstr>Calibri</vt:lpstr>
      <vt:lpstr>Office Theme</vt:lpstr>
      <vt:lpstr>Mobile and Embedded Computing</vt:lpstr>
      <vt:lpstr>Server vs Client-Side Code Execution</vt:lpstr>
      <vt:lpstr>Security responsibility</vt:lpstr>
      <vt:lpstr>Serverless vs VPS</vt:lpstr>
      <vt:lpstr>Serverless benefits &amp; downsides</vt:lpstr>
      <vt:lpstr>VPS (e.g. Hetzner Cloud)</vt:lpstr>
      <vt:lpstr>Serverless vs VPS</vt:lpstr>
      <vt:lpstr>Coding tips — Serverless (Lambda, Cloud Functions)</vt:lpstr>
      <vt:lpstr>Coding tips — VPS </vt:lpstr>
      <vt:lpstr>Flutter HTTP Libraries</vt:lpstr>
      <vt:lpstr>Options</vt:lpstr>
      <vt:lpstr>Practical tips</vt:lpstr>
      <vt:lpstr>Retry Mechanisms</vt:lpstr>
      <vt:lpstr>Backoff &amp; jitter (why and how)</vt:lpstr>
      <vt:lpstr>Thundering Herds</vt:lpstr>
      <vt:lpstr>Adding Jitter (Randomization)</vt:lpstr>
      <vt:lpstr>Implementing retries — manual vs library</vt:lpstr>
      <vt:lpstr>Hedged Requests (Speculative Retries)</vt:lpstr>
      <vt:lpstr>When to hedge (and when not)</vt:lpstr>
      <vt:lpstr>Firebase &amp; Firebase in Flutter</vt:lpstr>
      <vt:lpstr>Firestore &amp; FCM notes</vt:lpstr>
      <vt:lpstr>Firebase Functions (serverless)</vt:lpstr>
      <vt:lpstr>Dart Code Generation</vt:lpstr>
      <vt:lpstr>Dart Code Generation</vt:lpstr>
      <vt:lpstr>Core tooling</vt:lpstr>
      <vt:lpstr>Popular generators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46</cp:revision>
  <dcterms:created xsi:type="dcterms:W3CDTF">2025-09-15T16:44:45Z</dcterms:created>
  <dcterms:modified xsi:type="dcterms:W3CDTF">2025-10-23T15:27:06Z</dcterms:modified>
</cp:coreProperties>
</file>